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sldIdLst>
    <p:sldId id="258" r:id="rId5"/>
    <p:sldId id="256" r:id="rId6"/>
    <p:sldId id="257" r:id="rId7"/>
    <p:sldId id="280" r:id="rId8"/>
    <p:sldId id="281" r:id="rId9"/>
    <p:sldId id="283" r:id="rId10"/>
    <p:sldId id="285" r:id="rId11"/>
    <p:sldId id="284" r:id="rId12"/>
    <p:sldId id="286" r:id="rId13"/>
    <p:sldId id="287" r:id="rId14"/>
    <p:sldId id="289" r:id="rId15"/>
    <p:sldId id="288" r:id="rId16"/>
    <p:sldId id="290" r:id="rId17"/>
    <p:sldId id="291" r:id="rId18"/>
    <p:sldId id="292" r:id="rId19"/>
    <p:sldId id="293" r:id="rId20"/>
    <p:sldId id="301" r:id="rId21"/>
    <p:sldId id="302" r:id="rId22"/>
    <p:sldId id="305" r:id="rId23"/>
    <p:sldId id="303" r:id="rId24"/>
    <p:sldId id="307" r:id="rId25"/>
    <p:sldId id="304" r:id="rId26"/>
    <p:sldId id="306" r:id="rId27"/>
    <p:sldId id="300" r:id="rId28"/>
    <p:sldId id="294" r:id="rId29"/>
    <p:sldId id="295" r:id="rId30"/>
    <p:sldId id="296" r:id="rId31"/>
    <p:sldId id="298" r:id="rId32"/>
    <p:sldId id="297" r:id="rId33"/>
    <p:sldId id="299" r:id="rId34"/>
    <p:sldId id="308" r:id="rId35"/>
    <p:sldId id="282" r:id="rId36"/>
    <p:sldId id="316" r:id="rId37"/>
    <p:sldId id="309" r:id="rId38"/>
    <p:sldId id="310" r:id="rId39"/>
    <p:sldId id="311" r:id="rId40"/>
    <p:sldId id="312" r:id="rId41"/>
    <p:sldId id="313" r:id="rId42"/>
    <p:sldId id="314" r:id="rId43"/>
    <p:sldId id="315" r:id="rId44"/>
    <p:sldId id="279" r:id="rId45"/>
  </p:sldIdLst>
  <p:sldSz cx="18288000" cy="10287000"/>
  <p:notesSz cx="6858000" cy="9144000"/>
  <p:embeddedFontLst>
    <p:embeddedFont>
      <p:font typeface="League Spartan" panose="020B0604020202020204" charset="0"/>
      <p:regular r:id="rId46"/>
      <p:bold r:id="rId4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1194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2D0DE82-3F12-43C9-84C4-57AF0FFCEEEB}" v="198" dt="2026-01-13T08:51:58.24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054" autoAdjust="0"/>
    <p:restoredTop sz="94622" autoAdjust="0"/>
  </p:normalViewPr>
  <p:slideViewPr>
    <p:cSldViewPr>
      <p:cViewPr varScale="1">
        <p:scale>
          <a:sx n="69" d="100"/>
          <a:sy n="69" d="100"/>
        </p:scale>
        <p:origin x="1800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font" Target="fonts/font2.fntdata"/><Relationship Id="rId50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microsoft.com/office/2015/10/relationships/revisionInfo" Target="revisionInfo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presProps" Target="presProps.xml"/><Relationship Id="rId8" Type="http://schemas.openxmlformats.org/officeDocument/2006/relationships/slide" Target="slides/slide4.xml"/><Relationship Id="rId51" Type="http://schemas.openxmlformats.org/officeDocument/2006/relationships/tableStyles" Target="tableStyle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font" Target="fonts/font1.fntdata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lément ZIANE" userId="aa8721fc-2935-48cf-9afe-91d2e8923272" providerId="ADAL" clId="{10904BE7-204A-454D-8AEB-158130ACA8BD}"/>
    <pc:docChg chg="undo custSel addSld delSld modSld sldOrd">
      <pc:chgData name="Clément ZIANE" userId="aa8721fc-2935-48cf-9afe-91d2e8923272" providerId="ADAL" clId="{10904BE7-204A-454D-8AEB-158130ACA8BD}" dt="2026-01-13T08:52:34.689" v="4426" actId="207"/>
      <pc:docMkLst>
        <pc:docMk/>
      </pc:docMkLst>
      <pc:sldChg chg="modSp mod">
        <pc:chgData name="Clément ZIANE" userId="aa8721fc-2935-48cf-9afe-91d2e8923272" providerId="ADAL" clId="{10904BE7-204A-454D-8AEB-158130ACA8BD}" dt="2026-01-13T06:12:51.284" v="2385" actId="20577"/>
        <pc:sldMkLst>
          <pc:docMk/>
          <pc:sldMk cId="0" sldId="256"/>
        </pc:sldMkLst>
        <pc:spChg chg="mod">
          <ac:chgData name="Clément ZIANE" userId="aa8721fc-2935-48cf-9afe-91d2e8923272" providerId="ADAL" clId="{10904BE7-204A-454D-8AEB-158130ACA8BD}" dt="2026-01-13T06:12:51.284" v="2385" actId="20577"/>
          <ac:spMkLst>
            <pc:docMk/>
            <pc:sldMk cId="0" sldId="256"/>
            <ac:spMk id="5" creationId="{00000000-0000-0000-0000-000000000000}"/>
          </ac:spMkLst>
        </pc:spChg>
      </pc:sldChg>
      <pc:sldChg chg="delSp modSp add del mod">
        <pc:chgData name="Clément ZIANE" userId="aa8721fc-2935-48cf-9afe-91d2e8923272" providerId="ADAL" clId="{10904BE7-204A-454D-8AEB-158130ACA8BD}" dt="2026-01-13T06:17:35.961" v="2388" actId="207"/>
        <pc:sldMkLst>
          <pc:docMk/>
          <pc:sldMk cId="0" sldId="257"/>
        </pc:sldMkLst>
        <pc:spChg chg="mod">
          <ac:chgData name="Clément ZIANE" userId="aa8721fc-2935-48cf-9afe-91d2e8923272" providerId="ADAL" clId="{10904BE7-204A-454D-8AEB-158130ACA8BD}" dt="2026-01-12T06:10:01.516" v="42" actId="20577"/>
          <ac:spMkLst>
            <pc:docMk/>
            <pc:sldMk cId="0" sldId="257"/>
            <ac:spMk id="4" creationId="{00000000-0000-0000-0000-000000000000}"/>
          </ac:spMkLst>
        </pc:spChg>
        <pc:spChg chg="del">
          <ac:chgData name="Clément ZIANE" userId="aa8721fc-2935-48cf-9afe-91d2e8923272" providerId="ADAL" clId="{10904BE7-204A-454D-8AEB-158130ACA8BD}" dt="2026-01-12T06:12:55.332" v="57" actId="478"/>
          <ac:spMkLst>
            <pc:docMk/>
            <pc:sldMk cId="0" sldId="257"/>
            <ac:spMk id="5" creationId="{00000000-0000-0000-0000-000000000000}"/>
          </ac:spMkLst>
        </pc:spChg>
        <pc:spChg chg="mod">
          <ac:chgData name="Clément ZIANE" userId="aa8721fc-2935-48cf-9afe-91d2e8923272" providerId="ADAL" clId="{10904BE7-204A-454D-8AEB-158130ACA8BD}" dt="2026-01-13T06:17:35.961" v="2388" actId="207"/>
          <ac:spMkLst>
            <pc:docMk/>
            <pc:sldMk cId="0" sldId="257"/>
            <ac:spMk id="7" creationId="{5A21EAC8-27A8-CEEA-AE97-2D38313CD1E1}"/>
          </ac:spMkLst>
        </pc:spChg>
      </pc:sldChg>
      <pc:sldChg chg="modSp mod">
        <pc:chgData name="Clément ZIANE" userId="aa8721fc-2935-48cf-9afe-91d2e8923272" providerId="ADAL" clId="{10904BE7-204A-454D-8AEB-158130ACA8BD}" dt="2026-01-12T06:03:19.294" v="2" actId="20577"/>
        <pc:sldMkLst>
          <pc:docMk/>
          <pc:sldMk cId="0" sldId="258"/>
        </pc:sldMkLst>
        <pc:spChg chg="mod">
          <ac:chgData name="Clément ZIANE" userId="aa8721fc-2935-48cf-9afe-91d2e8923272" providerId="ADAL" clId="{10904BE7-204A-454D-8AEB-158130ACA8BD}" dt="2026-01-12T06:03:19.294" v="2" actId="20577"/>
          <ac:spMkLst>
            <pc:docMk/>
            <pc:sldMk cId="0" sldId="258"/>
            <ac:spMk id="2" creationId="{00000000-0000-0000-0000-000000000000}"/>
          </ac:spMkLst>
        </pc:spChg>
      </pc:sldChg>
      <pc:sldChg chg="del">
        <pc:chgData name="Clément ZIANE" userId="aa8721fc-2935-48cf-9afe-91d2e8923272" providerId="ADAL" clId="{10904BE7-204A-454D-8AEB-158130ACA8BD}" dt="2026-01-12T06:03:42.722" v="7" actId="47"/>
        <pc:sldMkLst>
          <pc:docMk/>
          <pc:sldMk cId="2830774497" sldId="259"/>
        </pc:sldMkLst>
      </pc:sldChg>
      <pc:sldChg chg="del">
        <pc:chgData name="Clément ZIANE" userId="aa8721fc-2935-48cf-9afe-91d2e8923272" providerId="ADAL" clId="{10904BE7-204A-454D-8AEB-158130ACA8BD}" dt="2026-01-12T06:03:42.722" v="7" actId="47"/>
        <pc:sldMkLst>
          <pc:docMk/>
          <pc:sldMk cId="559259942" sldId="263"/>
        </pc:sldMkLst>
      </pc:sldChg>
      <pc:sldChg chg="del">
        <pc:chgData name="Clément ZIANE" userId="aa8721fc-2935-48cf-9afe-91d2e8923272" providerId="ADAL" clId="{10904BE7-204A-454D-8AEB-158130ACA8BD}" dt="2026-01-12T06:03:42.722" v="7" actId="47"/>
        <pc:sldMkLst>
          <pc:docMk/>
          <pc:sldMk cId="1907760840" sldId="264"/>
        </pc:sldMkLst>
      </pc:sldChg>
      <pc:sldChg chg="addSp delSp modSp add mod">
        <pc:chgData name="Clément ZIANE" userId="aa8721fc-2935-48cf-9afe-91d2e8923272" providerId="ADAL" clId="{10904BE7-204A-454D-8AEB-158130ACA8BD}" dt="2026-01-13T07:52:06.600" v="3487" actId="20577"/>
        <pc:sldMkLst>
          <pc:docMk/>
          <pc:sldMk cId="983187019" sldId="280"/>
        </pc:sldMkLst>
        <pc:spChg chg="mod">
          <ac:chgData name="Clément ZIANE" userId="aa8721fc-2935-48cf-9afe-91d2e8923272" providerId="ADAL" clId="{10904BE7-204A-454D-8AEB-158130ACA8BD}" dt="2026-01-13T06:17:48.959" v="2391"/>
          <ac:spMkLst>
            <pc:docMk/>
            <pc:sldMk cId="983187019" sldId="280"/>
            <ac:spMk id="4" creationId="{AA08A636-280B-E425-5017-2988C691FAA1}"/>
          </ac:spMkLst>
        </pc:spChg>
        <pc:spChg chg="del">
          <ac:chgData name="Clément ZIANE" userId="aa8721fc-2935-48cf-9afe-91d2e8923272" providerId="ADAL" clId="{10904BE7-204A-454D-8AEB-158130ACA8BD}" dt="2026-01-12T06:14:49.183" v="83" actId="478"/>
          <ac:spMkLst>
            <pc:docMk/>
            <pc:sldMk cId="983187019" sldId="280"/>
            <ac:spMk id="5" creationId="{584B4F9D-F615-2D84-ABD5-C4326CDDD27F}"/>
          </ac:spMkLst>
        </pc:spChg>
        <pc:spChg chg="add mod">
          <ac:chgData name="Clément ZIANE" userId="aa8721fc-2935-48cf-9afe-91d2e8923272" providerId="ADAL" clId="{10904BE7-204A-454D-8AEB-158130ACA8BD}" dt="2026-01-13T06:23:22.886" v="2585" actId="11"/>
          <ac:spMkLst>
            <pc:docMk/>
            <pc:sldMk cId="983187019" sldId="280"/>
            <ac:spMk id="6" creationId="{A9C8A218-E5C2-AAB0-4520-1C19A5A30DA4}"/>
          </ac:spMkLst>
        </pc:spChg>
        <pc:spChg chg="mod">
          <ac:chgData name="Clément ZIANE" userId="aa8721fc-2935-48cf-9afe-91d2e8923272" providerId="ADAL" clId="{10904BE7-204A-454D-8AEB-158130ACA8BD}" dt="2026-01-13T07:52:06.600" v="3487" actId="20577"/>
          <ac:spMkLst>
            <pc:docMk/>
            <pc:sldMk cId="983187019" sldId="280"/>
            <ac:spMk id="7" creationId="{2394255B-FE2C-C15B-A2C1-B54EDCDE8FCF}"/>
          </ac:spMkLst>
        </pc:spChg>
      </pc:sldChg>
      <pc:sldChg chg="del">
        <pc:chgData name="Clément ZIANE" userId="aa8721fc-2935-48cf-9afe-91d2e8923272" providerId="ADAL" clId="{10904BE7-204A-454D-8AEB-158130ACA8BD}" dt="2026-01-12T06:03:42.722" v="7" actId="47"/>
        <pc:sldMkLst>
          <pc:docMk/>
          <pc:sldMk cId="3466771111" sldId="280"/>
        </pc:sldMkLst>
      </pc:sldChg>
      <pc:sldChg chg="modSp add mod ord">
        <pc:chgData name="Clément ZIANE" userId="aa8721fc-2935-48cf-9afe-91d2e8923272" providerId="ADAL" clId="{10904BE7-204A-454D-8AEB-158130ACA8BD}" dt="2026-01-13T06:25:04.618" v="2604" actId="20577"/>
        <pc:sldMkLst>
          <pc:docMk/>
          <pc:sldMk cId="3828461479" sldId="281"/>
        </pc:sldMkLst>
        <pc:spChg chg="mod">
          <ac:chgData name="Clément ZIANE" userId="aa8721fc-2935-48cf-9afe-91d2e8923272" providerId="ADAL" clId="{10904BE7-204A-454D-8AEB-158130ACA8BD}" dt="2026-01-13T06:24:55.378" v="2589" actId="14100"/>
          <ac:spMkLst>
            <pc:docMk/>
            <pc:sldMk cId="3828461479" sldId="281"/>
            <ac:spMk id="4" creationId="{400C4C5B-3C94-BA82-3419-11DB3D7FF677}"/>
          </ac:spMkLst>
        </pc:spChg>
        <pc:spChg chg="mod">
          <ac:chgData name="Clément ZIANE" userId="aa8721fc-2935-48cf-9afe-91d2e8923272" providerId="ADAL" clId="{10904BE7-204A-454D-8AEB-158130ACA8BD}" dt="2026-01-13T06:25:04.618" v="2604" actId="20577"/>
          <ac:spMkLst>
            <pc:docMk/>
            <pc:sldMk cId="3828461479" sldId="281"/>
            <ac:spMk id="5" creationId="{1EC8727E-5C29-4657-BC7B-A976455BD56D}"/>
          </ac:spMkLst>
        </pc:spChg>
      </pc:sldChg>
      <pc:sldChg chg="del">
        <pc:chgData name="Clément ZIANE" userId="aa8721fc-2935-48cf-9afe-91d2e8923272" providerId="ADAL" clId="{10904BE7-204A-454D-8AEB-158130ACA8BD}" dt="2026-01-12T06:03:42.722" v="7" actId="47"/>
        <pc:sldMkLst>
          <pc:docMk/>
          <pc:sldMk cId="540219766" sldId="282"/>
        </pc:sldMkLst>
      </pc:sldChg>
      <pc:sldChg chg="modSp add mod">
        <pc:chgData name="Clément ZIANE" userId="aa8721fc-2935-48cf-9afe-91d2e8923272" providerId="ADAL" clId="{10904BE7-204A-454D-8AEB-158130ACA8BD}" dt="2026-01-13T06:26:07.115" v="2626" actId="20577"/>
        <pc:sldMkLst>
          <pc:docMk/>
          <pc:sldMk cId="2082659706" sldId="282"/>
        </pc:sldMkLst>
        <pc:spChg chg="mod">
          <ac:chgData name="Clément ZIANE" userId="aa8721fc-2935-48cf-9afe-91d2e8923272" providerId="ADAL" clId="{10904BE7-204A-454D-8AEB-158130ACA8BD}" dt="2026-01-13T06:26:07.115" v="2626" actId="20577"/>
          <ac:spMkLst>
            <pc:docMk/>
            <pc:sldMk cId="2082659706" sldId="282"/>
            <ac:spMk id="5" creationId="{D67DDBA2-7047-AA22-E756-44FAC564B8E8}"/>
          </ac:spMkLst>
        </pc:spChg>
      </pc:sldChg>
      <pc:sldChg chg="modSp add del mod ord">
        <pc:chgData name="Clément ZIANE" userId="aa8721fc-2935-48cf-9afe-91d2e8923272" providerId="ADAL" clId="{10904BE7-204A-454D-8AEB-158130ACA8BD}" dt="2026-01-13T06:06:02.024" v="2331" actId="47"/>
        <pc:sldMkLst>
          <pc:docMk/>
          <pc:sldMk cId="4281863426" sldId="282"/>
        </pc:sldMkLst>
        <pc:spChg chg="mod">
          <ac:chgData name="Clément ZIANE" userId="aa8721fc-2935-48cf-9afe-91d2e8923272" providerId="ADAL" clId="{10904BE7-204A-454D-8AEB-158130ACA8BD}" dt="2026-01-12T06:17:47.932" v="102" actId="20577"/>
          <ac:spMkLst>
            <pc:docMk/>
            <pc:sldMk cId="4281863426" sldId="282"/>
            <ac:spMk id="4" creationId="{34EC8426-A350-7B26-F08C-527DADFA5B3B}"/>
          </ac:spMkLst>
        </pc:spChg>
        <pc:spChg chg="mod">
          <ac:chgData name="Clément ZIANE" userId="aa8721fc-2935-48cf-9afe-91d2e8923272" providerId="ADAL" clId="{10904BE7-204A-454D-8AEB-158130ACA8BD}" dt="2026-01-12T06:21:16.928" v="186" actId="20577"/>
          <ac:spMkLst>
            <pc:docMk/>
            <pc:sldMk cId="4281863426" sldId="282"/>
            <ac:spMk id="7" creationId="{A06C193B-95F4-CEB2-8DF0-05DAC2D0C988}"/>
          </ac:spMkLst>
        </pc:spChg>
      </pc:sldChg>
      <pc:sldChg chg="del">
        <pc:chgData name="Clément ZIANE" userId="aa8721fc-2935-48cf-9afe-91d2e8923272" providerId="ADAL" clId="{10904BE7-204A-454D-8AEB-158130ACA8BD}" dt="2026-01-12T06:03:42.722" v="7" actId="47"/>
        <pc:sldMkLst>
          <pc:docMk/>
          <pc:sldMk cId="154723390" sldId="283"/>
        </pc:sldMkLst>
      </pc:sldChg>
      <pc:sldChg chg="addSp delSp modSp add del mod">
        <pc:chgData name="Clément ZIANE" userId="aa8721fc-2935-48cf-9afe-91d2e8923272" providerId="ADAL" clId="{10904BE7-204A-454D-8AEB-158130ACA8BD}" dt="2026-01-13T06:06:02.024" v="2331" actId="47"/>
        <pc:sldMkLst>
          <pc:docMk/>
          <pc:sldMk cId="247221486" sldId="283"/>
        </pc:sldMkLst>
        <pc:spChg chg="mod">
          <ac:chgData name="Clément ZIANE" userId="aa8721fc-2935-48cf-9afe-91d2e8923272" providerId="ADAL" clId="{10904BE7-204A-454D-8AEB-158130ACA8BD}" dt="2026-01-12T06:21:47.417" v="200" actId="20577"/>
          <ac:spMkLst>
            <pc:docMk/>
            <pc:sldMk cId="247221486" sldId="283"/>
            <ac:spMk id="4" creationId="{72DBC176-113F-C4BE-99C1-11E297A82FD2}"/>
          </ac:spMkLst>
        </pc:spChg>
        <pc:spChg chg="del">
          <ac:chgData name="Clément ZIANE" userId="aa8721fc-2935-48cf-9afe-91d2e8923272" providerId="ADAL" clId="{10904BE7-204A-454D-8AEB-158130ACA8BD}" dt="2026-01-12T06:21:52.715" v="201" actId="478"/>
          <ac:spMkLst>
            <pc:docMk/>
            <pc:sldMk cId="247221486" sldId="283"/>
            <ac:spMk id="7" creationId="{864D262C-476E-3CEA-2AA4-664A24E2947B}"/>
          </ac:spMkLst>
        </pc:spChg>
        <pc:graphicFrameChg chg="add mod modGraphic">
          <ac:chgData name="Clément ZIANE" userId="aa8721fc-2935-48cf-9afe-91d2e8923272" providerId="ADAL" clId="{10904BE7-204A-454D-8AEB-158130ACA8BD}" dt="2026-01-12T06:27:21.761" v="235" actId="255"/>
          <ac:graphicFrameMkLst>
            <pc:docMk/>
            <pc:sldMk cId="247221486" sldId="283"/>
            <ac:graphicFrameMk id="5" creationId="{8209687B-0DEC-4FB7-2F9D-B4FEFE622B23}"/>
          </ac:graphicFrameMkLst>
        </pc:graphicFrameChg>
      </pc:sldChg>
      <pc:sldChg chg="addSp modSp add mod ord">
        <pc:chgData name="Clément ZIANE" userId="aa8721fc-2935-48cf-9afe-91d2e8923272" providerId="ADAL" clId="{10904BE7-204A-454D-8AEB-158130ACA8BD}" dt="2026-01-13T08:40:18.903" v="4341" actId="207"/>
        <pc:sldMkLst>
          <pc:docMk/>
          <pc:sldMk cId="963649335" sldId="283"/>
        </pc:sldMkLst>
        <pc:spChg chg="mod">
          <ac:chgData name="Clément ZIANE" userId="aa8721fc-2935-48cf-9afe-91d2e8923272" providerId="ADAL" clId="{10904BE7-204A-454D-8AEB-158130ACA8BD}" dt="2026-01-13T06:27:49.634" v="2639" actId="20577"/>
          <ac:spMkLst>
            <pc:docMk/>
            <pc:sldMk cId="963649335" sldId="283"/>
            <ac:spMk id="4" creationId="{2FBB72B5-E499-6212-3DA9-FDDD9D7D8BA5}"/>
          </ac:spMkLst>
        </pc:spChg>
        <pc:spChg chg="mod">
          <ac:chgData name="Clément ZIANE" userId="aa8721fc-2935-48cf-9afe-91d2e8923272" providerId="ADAL" clId="{10904BE7-204A-454D-8AEB-158130ACA8BD}" dt="2026-01-13T08:40:18.903" v="4341" actId="207"/>
          <ac:spMkLst>
            <pc:docMk/>
            <pc:sldMk cId="963649335" sldId="283"/>
            <ac:spMk id="7" creationId="{B84156DD-F89E-9C06-030A-6E71F307AE32}"/>
          </ac:spMkLst>
        </pc:spChg>
        <pc:picChg chg="add mod">
          <ac:chgData name="Clément ZIANE" userId="aa8721fc-2935-48cf-9afe-91d2e8923272" providerId="ADAL" clId="{10904BE7-204A-454D-8AEB-158130ACA8BD}" dt="2026-01-13T06:34:28.010" v="2651" actId="1076"/>
          <ac:picMkLst>
            <pc:docMk/>
            <pc:sldMk cId="963649335" sldId="283"/>
            <ac:picMk id="6" creationId="{24846D3B-7937-A0A0-D7BC-38C8025B4E89}"/>
          </ac:picMkLst>
        </pc:picChg>
      </pc:sldChg>
      <pc:sldChg chg="modSp add del mod ord">
        <pc:chgData name="Clément ZIANE" userId="aa8721fc-2935-48cf-9afe-91d2e8923272" providerId="ADAL" clId="{10904BE7-204A-454D-8AEB-158130ACA8BD}" dt="2026-01-13T06:06:02.024" v="2331" actId="47"/>
        <pc:sldMkLst>
          <pc:docMk/>
          <pc:sldMk cId="750122593" sldId="284"/>
        </pc:sldMkLst>
        <pc:spChg chg="mod">
          <ac:chgData name="Clément ZIANE" userId="aa8721fc-2935-48cf-9afe-91d2e8923272" providerId="ADAL" clId="{10904BE7-204A-454D-8AEB-158130ACA8BD}" dt="2026-01-12T06:27:42.195" v="240" actId="20577"/>
          <ac:spMkLst>
            <pc:docMk/>
            <pc:sldMk cId="750122593" sldId="284"/>
            <ac:spMk id="4" creationId="{95E34BE2-CC44-6015-ADF0-3A444ECC2CD5}"/>
          </ac:spMkLst>
        </pc:spChg>
        <pc:spChg chg="mod">
          <ac:chgData name="Clément ZIANE" userId="aa8721fc-2935-48cf-9afe-91d2e8923272" providerId="ADAL" clId="{10904BE7-204A-454D-8AEB-158130ACA8BD}" dt="2026-01-12T06:31:21.440" v="270" actId="12"/>
          <ac:spMkLst>
            <pc:docMk/>
            <pc:sldMk cId="750122593" sldId="284"/>
            <ac:spMk id="7" creationId="{28714A7C-EB5F-8137-CD4D-38385C1D57CB}"/>
          </ac:spMkLst>
        </pc:spChg>
      </pc:sldChg>
      <pc:sldChg chg="addSp delSp modSp add mod">
        <pc:chgData name="Clément ZIANE" userId="aa8721fc-2935-48cf-9afe-91d2e8923272" providerId="ADAL" clId="{10904BE7-204A-454D-8AEB-158130ACA8BD}" dt="2026-01-13T06:42:31.843" v="2708"/>
        <pc:sldMkLst>
          <pc:docMk/>
          <pc:sldMk cId="2246003577" sldId="284"/>
        </pc:sldMkLst>
        <pc:spChg chg="mod">
          <ac:chgData name="Clément ZIANE" userId="aa8721fc-2935-48cf-9afe-91d2e8923272" providerId="ADAL" clId="{10904BE7-204A-454D-8AEB-158130ACA8BD}" dt="2026-01-13T06:34:41.071" v="2663" actId="20577"/>
          <ac:spMkLst>
            <pc:docMk/>
            <pc:sldMk cId="2246003577" sldId="284"/>
            <ac:spMk id="4" creationId="{96C1DFEF-D7E8-66D3-BE38-B396EFB64CC0}"/>
          </ac:spMkLst>
        </pc:spChg>
        <pc:spChg chg="mod">
          <ac:chgData name="Clément ZIANE" userId="aa8721fc-2935-48cf-9afe-91d2e8923272" providerId="ADAL" clId="{10904BE7-204A-454D-8AEB-158130ACA8BD}" dt="2026-01-13T06:42:31.843" v="2708"/>
          <ac:spMkLst>
            <pc:docMk/>
            <pc:sldMk cId="2246003577" sldId="284"/>
            <ac:spMk id="7" creationId="{79F0AFD9-C753-EBF9-F50D-F0F8F00181E0}"/>
          </ac:spMkLst>
        </pc:spChg>
        <pc:picChg chg="del">
          <ac:chgData name="Clément ZIANE" userId="aa8721fc-2935-48cf-9afe-91d2e8923272" providerId="ADAL" clId="{10904BE7-204A-454D-8AEB-158130ACA8BD}" dt="2026-01-13T06:36:11.140" v="2669" actId="478"/>
          <ac:picMkLst>
            <pc:docMk/>
            <pc:sldMk cId="2246003577" sldId="284"/>
            <ac:picMk id="6" creationId="{5076CA80-68BF-CC67-D1B4-C6BB007287E6}"/>
          </ac:picMkLst>
        </pc:picChg>
        <pc:picChg chg="add mod">
          <ac:chgData name="Clément ZIANE" userId="aa8721fc-2935-48cf-9afe-91d2e8923272" providerId="ADAL" clId="{10904BE7-204A-454D-8AEB-158130ACA8BD}" dt="2026-01-13T06:40:18.722" v="2690" actId="1076"/>
          <ac:picMkLst>
            <pc:docMk/>
            <pc:sldMk cId="2246003577" sldId="284"/>
            <ac:picMk id="8" creationId="{C199DFC2-AB8F-F8A1-5001-67945F1C3060}"/>
          </ac:picMkLst>
        </pc:picChg>
      </pc:sldChg>
      <pc:sldChg chg="del">
        <pc:chgData name="Clément ZIANE" userId="aa8721fc-2935-48cf-9afe-91d2e8923272" providerId="ADAL" clId="{10904BE7-204A-454D-8AEB-158130ACA8BD}" dt="2026-01-12T06:03:42.722" v="7" actId="47"/>
        <pc:sldMkLst>
          <pc:docMk/>
          <pc:sldMk cId="2566634661" sldId="284"/>
        </pc:sldMkLst>
      </pc:sldChg>
      <pc:sldChg chg="addSp delSp modSp add mod">
        <pc:chgData name="Clément ZIANE" userId="aa8721fc-2935-48cf-9afe-91d2e8923272" providerId="ADAL" clId="{10904BE7-204A-454D-8AEB-158130ACA8BD}" dt="2026-01-13T06:46:46.222" v="2767" actId="12"/>
        <pc:sldMkLst>
          <pc:docMk/>
          <pc:sldMk cId="790838005" sldId="285"/>
        </pc:sldMkLst>
        <pc:spChg chg="mod">
          <ac:chgData name="Clément ZIANE" userId="aa8721fc-2935-48cf-9afe-91d2e8923272" providerId="ADAL" clId="{10904BE7-204A-454D-8AEB-158130ACA8BD}" dt="2026-01-13T06:42:57.788" v="2724" actId="20577"/>
          <ac:spMkLst>
            <pc:docMk/>
            <pc:sldMk cId="790838005" sldId="285"/>
            <ac:spMk id="4" creationId="{6B69C685-1422-66FC-F118-2DC38344E338}"/>
          </ac:spMkLst>
        </pc:spChg>
        <pc:spChg chg="mod">
          <ac:chgData name="Clément ZIANE" userId="aa8721fc-2935-48cf-9afe-91d2e8923272" providerId="ADAL" clId="{10904BE7-204A-454D-8AEB-158130ACA8BD}" dt="2026-01-13T06:46:46.222" v="2767" actId="12"/>
          <ac:spMkLst>
            <pc:docMk/>
            <pc:sldMk cId="790838005" sldId="285"/>
            <ac:spMk id="7" creationId="{71462C97-7A7F-EBFB-175F-D88998C27D6A}"/>
          </ac:spMkLst>
        </pc:spChg>
        <pc:picChg chg="del">
          <ac:chgData name="Clément ZIANE" userId="aa8721fc-2935-48cf-9afe-91d2e8923272" providerId="ADAL" clId="{10904BE7-204A-454D-8AEB-158130ACA8BD}" dt="2026-01-13T06:43:01.610" v="2725" actId="478"/>
          <ac:picMkLst>
            <pc:docMk/>
            <pc:sldMk cId="790838005" sldId="285"/>
            <ac:picMk id="6" creationId="{F83B758F-467E-6B33-BD26-77BAAFBC3533}"/>
          </ac:picMkLst>
        </pc:picChg>
        <pc:picChg chg="add mod">
          <ac:chgData name="Clément ZIANE" userId="aa8721fc-2935-48cf-9afe-91d2e8923272" providerId="ADAL" clId="{10904BE7-204A-454D-8AEB-158130ACA8BD}" dt="2026-01-13T06:46:11.102" v="2740" actId="1076"/>
          <ac:picMkLst>
            <pc:docMk/>
            <pc:sldMk cId="790838005" sldId="285"/>
            <ac:picMk id="8" creationId="{71798660-CAAD-B907-C968-0526B491D175}"/>
          </ac:picMkLst>
        </pc:picChg>
      </pc:sldChg>
      <pc:sldChg chg="del">
        <pc:chgData name="Clément ZIANE" userId="aa8721fc-2935-48cf-9afe-91d2e8923272" providerId="ADAL" clId="{10904BE7-204A-454D-8AEB-158130ACA8BD}" dt="2026-01-12T06:03:42.722" v="7" actId="47"/>
        <pc:sldMkLst>
          <pc:docMk/>
          <pc:sldMk cId="2659161367" sldId="285"/>
        </pc:sldMkLst>
      </pc:sldChg>
      <pc:sldChg chg="new del">
        <pc:chgData name="Clément ZIANE" userId="aa8721fc-2935-48cf-9afe-91d2e8923272" providerId="ADAL" clId="{10904BE7-204A-454D-8AEB-158130ACA8BD}" dt="2026-01-13T06:40:44.682" v="2692" actId="47"/>
        <pc:sldMkLst>
          <pc:docMk/>
          <pc:sldMk cId="3205151387" sldId="285"/>
        </pc:sldMkLst>
      </pc:sldChg>
      <pc:sldChg chg="modSp add del mod ord">
        <pc:chgData name="Clément ZIANE" userId="aa8721fc-2935-48cf-9afe-91d2e8923272" providerId="ADAL" clId="{10904BE7-204A-454D-8AEB-158130ACA8BD}" dt="2026-01-13T06:06:02.024" v="2331" actId="47"/>
        <pc:sldMkLst>
          <pc:docMk/>
          <pc:sldMk cId="3352150429" sldId="285"/>
        </pc:sldMkLst>
        <pc:spChg chg="mod">
          <ac:chgData name="Clément ZIANE" userId="aa8721fc-2935-48cf-9afe-91d2e8923272" providerId="ADAL" clId="{10904BE7-204A-454D-8AEB-158130ACA8BD}" dt="2026-01-12T06:34:21.676" v="311" actId="20577"/>
          <ac:spMkLst>
            <pc:docMk/>
            <pc:sldMk cId="3352150429" sldId="285"/>
            <ac:spMk id="5" creationId="{89FA6933-97D7-092B-41D5-9BE4A947CE70}"/>
          </ac:spMkLst>
        </pc:spChg>
      </pc:sldChg>
      <pc:sldChg chg="delSp modSp add mod">
        <pc:chgData name="Clément ZIANE" userId="aa8721fc-2935-48cf-9afe-91d2e8923272" providerId="ADAL" clId="{10904BE7-204A-454D-8AEB-158130ACA8BD}" dt="2026-01-13T06:56:00.278" v="2842" actId="207"/>
        <pc:sldMkLst>
          <pc:docMk/>
          <pc:sldMk cId="268290352" sldId="286"/>
        </pc:sldMkLst>
        <pc:spChg chg="mod">
          <ac:chgData name="Clément ZIANE" userId="aa8721fc-2935-48cf-9afe-91d2e8923272" providerId="ADAL" clId="{10904BE7-204A-454D-8AEB-158130ACA8BD}" dt="2026-01-13T06:51:17.244" v="2783" actId="20577"/>
          <ac:spMkLst>
            <pc:docMk/>
            <pc:sldMk cId="268290352" sldId="286"/>
            <ac:spMk id="4" creationId="{375C7C18-9C7F-F8A2-7C40-815EE910C39B}"/>
          </ac:spMkLst>
        </pc:spChg>
        <pc:spChg chg="mod">
          <ac:chgData name="Clément ZIANE" userId="aa8721fc-2935-48cf-9afe-91d2e8923272" providerId="ADAL" clId="{10904BE7-204A-454D-8AEB-158130ACA8BD}" dt="2026-01-13T06:56:00.278" v="2842" actId="207"/>
          <ac:spMkLst>
            <pc:docMk/>
            <pc:sldMk cId="268290352" sldId="286"/>
            <ac:spMk id="7" creationId="{E4A0679C-C25D-6919-BD6E-A8A14AC5F70E}"/>
          </ac:spMkLst>
        </pc:spChg>
        <pc:picChg chg="del">
          <ac:chgData name="Clément ZIANE" userId="aa8721fc-2935-48cf-9afe-91d2e8923272" providerId="ADAL" clId="{10904BE7-204A-454D-8AEB-158130ACA8BD}" dt="2026-01-13T06:51:20.281" v="2784" actId="478"/>
          <ac:picMkLst>
            <pc:docMk/>
            <pc:sldMk cId="268290352" sldId="286"/>
            <ac:picMk id="8" creationId="{0F3F96C9-9FFB-0280-DDF4-6103F0F476E0}"/>
          </ac:picMkLst>
        </pc:picChg>
      </pc:sldChg>
      <pc:sldChg chg="modSp add del mod ord">
        <pc:chgData name="Clément ZIANE" userId="aa8721fc-2935-48cf-9afe-91d2e8923272" providerId="ADAL" clId="{10904BE7-204A-454D-8AEB-158130ACA8BD}" dt="2026-01-13T06:06:02.024" v="2331" actId="47"/>
        <pc:sldMkLst>
          <pc:docMk/>
          <pc:sldMk cId="338306552" sldId="286"/>
        </pc:sldMkLst>
        <pc:spChg chg="mod">
          <ac:chgData name="Clément ZIANE" userId="aa8721fc-2935-48cf-9afe-91d2e8923272" providerId="ADAL" clId="{10904BE7-204A-454D-8AEB-158130ACA8BD}" dt="2026-01-12T06:35:29.390" v="334" actId="20577"/>
          <ac:spMkLst>
            <pc:docMk/>
            <pc:sldMk cId="338306552" sldId="286"/>
            <ac:spMk id="4" creationId="{09865A76-62E4-EE93-6113-BBEE3C532A6E}"/>
          </ac:spMkLst>
        </pc:spChg>
        <pc:spChg chg="mod">
          <ac:chgData name="Clément ZIANE" userId="aa8721fc-2935-48cf-9afe-91d2e8923272" providerId="ADAL" clId="{10904BE7-204A-454D-8AEB-158130ACA8BD}" dt="2026-01-12T06:37:24.799" v="503" actId="114"/>
          <ac:spMkLst>
            <pc:docMk/>
            <pc:sldMk cId="338306552" sldId="286"/>
            <ac:spMk id="7" creationId="{00010975-883D-7995-5D7B-212CD4BD2EFD}"/>
          </ac:spMkLst>
        </pc:spChg>
      </pc:sldChg>
      <pc:sldChg chg="del">
        <pc:chgData name="Clément ZIANE" userId="aa8721fc-2935-48cf-9afe-91d2e8923272" providerId="ADAL" clId="{10904BE7-204A-454D-8AEB-158130ACA8BD}" dt="2026-01-12T06:03:42.722" v="7" actId="47"/>
        <pc:sldMkLst>
          <pc:docMk/>
          <pc:sldMk cId="945341660" sldId="286"/>
        </pc:sldMkLst>
      </pc:sldChg>
      <pc:sldChg chg="del">
        <pc:chgData name="Clément ZIANE" userId="aa8721fc-2935-48cf-9afe-91d2e8923272" providerId="ADAL" clId="{10904BE7-204A-454D-8AEB-158130ACA8BD}" dt="2026-01-12T06:03:42.722" v="7" actId="47"/>
        <pc:sldMkLst>
          <pc:docMk/>
          <pc:sldMk cId="474368303" sldId="287"/>
        </pc:sldMkLst>
      </pc:sldChg>
      <pc:sldChg chg="addSp modSp add mod">
        <pc:chgData name="Clément ZIANE" userId="aa8721fc-2935-48cf-9afe-91d2e8923272" providerId="ADAL" clId="{10904BE7-204A-454D-8AEB-158130ACA8BD}" dt="2026-01-13T07:01:04.389" v="2875" actId="20577"/>
        <pc:sldMkLst>
          <pc:docMk/>
          <pc:sldMk cId="822155488" sldId="287"/>
        </pc:sldMkLst>
        <pc:spChg chg="mod">
          <ac:chgData name="Clément ZIANE" userId="aa8721fc-2935-48cf-9afe-91d2e8923272" providerId="ADAL" clId="{10904BE7-204A-454D-8AEB-158130ACA8BD}" dt="2026-01-13T07:01:04.389" v="2875" actId="20577"/>
          <ac:spMkLst>
            <pc:docMk/>
            <pc:sldMk cId="822155488" sldId="287"/>
            <ac:spMk id="4" creationId="{8BABF120-3016-1A8E-96DF-4E71504B001C}"/>
          </ac:spMkLst>
        </pc:spChg>
        <pc:spChg chg="mod">
          <ac:chgData name="Clément ZIANE" userId="aa8721fc-2935-48cf-9afe-91d2e8923272" providerId="ADAL" clId="{10904BE7-204A-454D-8AEB-158130ACA8BD}" dt="2026-01-13T06:57:35.799" v="2865" actId="20577"/>
          <ac:spMkLst>
            <pc:docMk/>
            <pc:sldMk cId="822155488" sldId="287"/>
            <ac:spMk id="7" creationId="{E4C7A792-4B9D-5C81-A07F-EFB8E12A907D}"/>
          </ac:spMkLst>
        </pc:spChg>
        <pc:picChg chg="add mod">
          <ac:chgData name="Clément ZIANE" userId="aa8721fc-2935-48cf-9afe-91d2e8923272" providerId="ADAL" clId="{10904BE7-204A-454D-8AEB-158130ACA8BD}" dt="2026-01-13T06:58:23.477" v="2869" actId="1076"/>
          <ac:picMkLst>
            <pc:docMk/>
            <pc:sldMk cId="822155488" sldId="287"/>
            <ac:picMk id="6" creationId="{058093BF-C222-9FF8-7F95-3B447CB43ACB}"/>
          </ac:picMkLst>
        </pc:picChg>
      </pc:sldChg>
      <pc:sldChg chg="addSp delSp modSp add del mod">
        <pc:chgData name="Clément ZIANE" userId="aa8721fc-2935-48cf-9afe-91d2e8923272" providerId="ADAL" clId="{10904BE7-204A-454D-8AEB-158130ACA8BD}" dt="2026-01-13T06:06:02.024" v="2331" actId="47"/>
        <pc:sldMkLst>
          <pc:docMk/>
          <pc:sldMk cId="3783470529" sldId="287"/>
        </pc:sldMkLst>
        <pc:spChg chg="mod">
          <ac:chgData name="Clément ZIANE" userId="aa8721fc-2935-48cf-9afe-91d2e8923272" providerId="ADAL" clId="{10904BE7-204A-454D-8AEB-158130ACA8BD}" dt="2026-01-12T06:41:47.578" v="517" actId="20577"/>
          <ac:spMkLst>
            <pc:docMk/>
            <pc:sldMk cId="3783470529" sldId="287"/>
            <ac:spMk id="4" creationId="{14646BDE-E817-0A4E-E5F8-CAE4F7C68121}"/>
          </ac:spMkLst>
        </pc:spChg>
        <pc:spChg chg="del">
          <ac:chgData name="Clément ZIANE" userId="aa8721fc-2935-48cf-9afe-91d2e8923272" providerId="ADAL" clId="{10904BE7-204A-454D-8AEB-158130ACA8BD}" dt="2026-01-12T06:41:51.388" v="518" actId="478"/>
          <ac:spMkLst>
            <pc:docMk/>
            <pc:sldMk cId="3783470529" sldId="287"/>
            <ac:spMk id="7" creationId="{F1058EA9-9C2B-49B9-8610-545ECAFC42E7}"/>
          </ac:spMkLst>
        </pc:spChg>
        <pc:graphicFrameChg chg="add del mod modGraphic">
          <ac:chgData name="Clément ZIANE" userId="aa8721fc-2935-48cf-9afe-91d2e8923272" providerId="ADAL" clId="{10904BE7-204A-454D-8AEB-158130ACA8BD}" dt="2026-01-12T06:43:22.293" v="527" actId="478"/>
          <ac:graphicFrameMkLst>
            <pc:docMk/>
            <pc:sldMk cId="3783470529" sldId="287"/>
            <ac:graphicFrameMk id="5" creationId="{F8C25E0C-48A6-35C3-4100-0FD4209C03BB}"/>
          </ac:graphicFrameMkLst>
        </pc:graphicFrameChg>
        <pc:graphicFrameChg chg="add mod modGraphic">
          <ac:chgData name="Clément ZIANE" userId="aa8721fc-2935-48cf-9afe-91d2e8923272" providerId="ADAL" clId="{10904BE7-204A-454D-8AEB-158130ACA8BD}" dt="2026-01-12T06:44:30.951" v="546" actId="207"/>
          <ac:graphicFrameMkLst>
            <pc:docMk/>
            <pc:sldMk cId="3783470529" sldId="287"/>
            <ac:graphicFrameMk id="6" creationId="{00D2B460-E26D-9C0E-B6FE-4D12EB5E0A0A}"/>
          </ac:graphicFrameMkLst>
        </pc:graphicFrameChg>
      </pc:sldChg>
      <pc:sldChg chg="modSp add del mod ord">
        <pc:chgData name="Clément ZIANE" userId="aa8721fc-2935-48cf-9afe-91d2e8923272" providerId="ADAL" clId="{10904BE7-204A-454D-8AEB-158130ACA8BD}" dt="2026-01-13T06:06:02.024" v="2331" actId="47"/>
        <pc:sldMkLst>
          <pc:docMk/>
          <pc:sldMk cId="1229354621" sldId="288"/>
        </pc:sldMkLst>
        <pc:spChg chg="mod">
          <ac:chgData name="Clément ZIANE" userId="aa8721fc-2935-48cf-9afe-91d2e8923272" providerId="ADAL" clId="{10904BE7-204A-454D-8AEB-158130ACA8BD}" dt="2026-01-12T06:45:49.856" v="577" actId="20577"/>
          <ac:spMkLst>
            <pc:docMk/>
            <pc:sldMk cId="1229354621" sldId="288"/>
            <ac:spMk id="4" creationId="{7107F277-947D-31AC-B47C-36BBD1C262E4}"/>
          </ac:spMkLst>
        </pc:spChg>
        <pc:spChg chg="mod">
          <ac:chgData name="Clément ZIANE" userId="aa8721fc-2935-48cf-9afe-91d2e8923272" providerId="ADAL" clId="{10904BE7-204A-454D-8AEB-158130ACA8BD}" dt="2026-01-12T06:48:38.802" v="608" actId="15"/>
          <ac:spMkLst>
            <pc:docMk/>
            <pc:sldMk cId="1229354621" sldId="288"/>
            <ac:spMk id="7" creationId="{7846A34A-9A7D-B269-E74B-3FFAC9C65B39}"/>
          </ac:spMkLst>
        </pc:spChg>
      </pc:sldChg>
      <pc:sldChg chg="addSp delSp modSp add mod ord">
        <pc:chgData name="Clément ZIANE" userId="aa8721fc-2935-48cf-9afe-91d2e8923272" providerId="ADAL" clId="{10904BE7-204A-454D-8AEB-158130ACA8BD}" dt="2026-01-13T07:13:14.659" v="2996" actId="1076"/>
        <pc:sldMkLst>
          <pc:docMk/>
          <pc:sldMk cId="2022380771" sldId="288"/>
        </pc:sldMkLst>
        <pc:spChg chg="mod">
          <ac:chgData name="Clément ZIANE" userId="aa8721fc-2935-48cf-9afe-91d2e8923272" providerId="ADAL" clId="{10904BE7-204A-454D-8AEB-158130ACA8BD}" dt="2026-01-13T07:10:43.612" v="2964" actId="20577"/>
          <ac:spMkLst>
            <pc:docMk/>
            <pc:sldMk cId="2022380771" sldId="288"/>
            <ac:spMk id="4" creationId="{2103CFA4-F3FE-22E0-7AB3-2EB93B3F90B6}"/>
          </ac:spMkLst>
        </pc:spChg>
        <pc:spChg chg="add del mod">
          <ac:chgData name="Clément ZIANE" userId="aa8721fc-2935-48cf-9afe-91d2e8923272" providerId="ADAL" clId="{10904BE7-204A-454D-8AEB-158130ACA8BD}" dt="2026-01-13T07:12:13.587" v="2993" actId="20577"/>
          <ac:spMkLst>
            <pc:docMk/>
            <pc:sldMk cId="2022380771" sldId="288"/>
            <ac:spMk id="7" creationId="{62BB8FFB-9DCE-76C3-16CB-F554BCC6D212}"/>
          </ac:spMkLst>
        </pc:spChg>
        <pc:picChg chg="add mod">
          <ac:chgData name="Clément ZIANE" userId="aa8721fc-2935-48cf-9afe-91d2e8923272" providerId="ADAL" clId="{10904BE7-204A-454D-8AEB-158130ACA8BD}" dt="2026-01-13T07:13:14.659" v="2996" actId="1076"/>
          <ac:picMkLst>
            <pc:docMk/>
            <pc:sldMk cId="2022380771" sldId="288"/>
            <ac:picMk id="6" creationId="{DC17C503-C412-16ED-1E8C-B048D118677B}"/>
          </ac:picMkLst>
        </pc:picChg>
      </pc:sldChg>
      <pc:sldChg chg="del">
        <pc:chgData name="Clément ZIANE" userId="aa8721fc-2935-48cf-9afe-91d2e8923272" providerId="ADAL" clId="{10904BE7-204A-454D-8AEB-158130ACA8BD}" dt="2026-01-12T06:03:42.722" v="7" actId="47"/>
        <pc:sldMkLst>
          <pc:docMk/>
          <pc:sldMk cId="3886049016" sldId="288"/>
        </pc:sldMkLst>
      </pc:sldChg>
      <pc:sldChg chg="modSp add del mod">
        <pc:chgData name="Clément ZIANE" userId="aa8721fc-2935-48cf-9afe-91d2e8923272" providerId="ADAL" clId="{10904BE7-204A-454D-8AEB-158130ACA8BD}" dt="2026-01-13T06:06:02.024" v="2331" actId="47"/>
        <pc:sldMkLst>
          <pc:docMk/>
          <pc:sldMk cId="802384327" sldId="289"/>
        </pc:sldMkLst>
        <pc:spChg chg="mod">
          <ac:chgData name="Clément ZIANE" userId="aa8721fc-2935-48cf-9afe-91d2e8923272" providerId="ADAL" clId="{10904BE7-204A-454D-8AEB-158130ACA8BD}" dt="2026-01-12T06:49:47.451" v="609"/>
          <ac:spMkLst>
            <pc:docMk/>
            <pc:sldMk cId="802384327" sldId="289"/>
            <ac:spMk id="4" creationId="{97494C31-4250-4555-59F5-3AE4FE77FCDC}"/>
          </ac:spMkLst>
        </pc:spChg>
        <pc:spChg chg="mod">
          <ac:chgData name="Clément ZIANE" userId="aa8721fc-2935-48cf-9afe-91d2e8923272" providerId="ADAL" clId="{10904BE7-204A-454D-8AEB-158130ACA8BD}" dt="2026-01-12T06:51:18.140" v="628" actId="115"/>
          <ac:spMkLst>
            <pc:docMk/>
            <pc:sldMk cId="802384327" sldId="289"/>
            <ac:spMk id="7" creationId="{9ECE33F7-0C7A-6E7D-957B-EACEB10EEA3C}"/>
          </ac:spMkLst>
        </pc:spChg>
      </pc:sldChg>
      <pc:sldChg chg="del">
        <pc:chgData name="Clément ZIANE" userId="aa8721fc-2935-48cf-9afe-91d2e8923272" providerId="ADAL" clId="{10904BE7-204A-454D-8AEB-158130ACA8BD}" dt="2026-01-12T06:03:42.722" v="7" actId="47"/>
        <pc:sldMkLst>
          <pc:docMk/>
          <pc:sldMk cId="3324974014" sldId="289"/>
        </pc:sldMkLst>
      </pc:sldChg>
      <pc:sldChg chg="addSp delSp modSp add mod">
        <pc:chgData name="Clément ZIANE" userId="aa8721fc-2935-48cf-9afe-91d2e8923272" providerId="ADAL" clId="{10904BE7-204A-454D-8AEB-158130ACA8BD}" dt="2026-01-13T07:08:06.774" v="2958" actId="1076"/>
        <pc:sldMkLst>
          <pc:docMk/>
          <pc:sldMk cId="4230406675" sldId="289"/>
        </pc:sldMkLst>
        <pc:spChg chg="mod">
          <ac:chgData name="Clément ZIANE" userId="aa8721fc-2935-48cf-9afe-91d2e8923272" providerId="ADAL" clId="{10904BE7-204A-454D-8AEB-158130ACA8BD}" dt="2026-01-13T07:08:06.774" v="2958" actId="1076"/>
          <ac:spMkLst>
            <pc:docMk/>
            <pc:sldMk cId="4230406675" sldId="289"/>
            <ac:spMk id="4" creationId="{251B4A58-5BB0-B19C-3599-BB90C26AD1E0}"/>
          </ac:spMkLst>
        </pc:spChg>
        <pc:spChg chg="mod">
          <ac:chgData name="Clément ZIANE" userId="aa8721fc-2935-48cf-9afe-91d2e8923272" providerId="ADAL" clId="{10904BE7-204A-454D-8AEB-158130ACA8BD}" dt="2026-01-13T07:04:42.216" v="2936" actId="20577"/>
          <ac:spMkLst>
            <pc:docMk/>
            <pc:sldMk cId="4230406675" sldId="289"/>
            <ac:spMk id="7" creationId="{7D4998DD-0CB8-8820-BCCD-91F0B00AE204}"/>
          </ac:spMkLst>
        </pc:spChg>
        <pc:graphicFrameChg chg="add mod modGraphic">
          <ac:chgData name="Clément ZIANE" userId="aa8721fc-2935-48cf-9afe-91d2e8923272" providerId="ADAL" clId="{10904BE7-204A-454D-8AEB-158130ACA8BD}" dt="2026-01-13T07:08:06.187" v="2957" actId="2711"/>
          <ac:graphicFrameMkLst>
            <pc:docMk/>
            <pc:sldMk cId="4230406675" sldId="289"/>
            <ac:graphicFrameMk id="11" creationId="{FFC04B96-C667-EC95-445A-A624EE8DB1C7}"/>
          </ac:graphicFrameMkLst>
        </pc:graphicFrameChg>
        <pc:picChg chg="del">
          <ac:chgData name="Clément ZIANE" userId="aa8721fc-2935-48cf-9afe-91d2e8923272" providerId="ADAL" clId="{10904BE7-204A-454D-8AEB-158130ACA8BD}" dt="2026-01-13T07:01:15.257" v="2877" actId="478"/>
          <ac:picMkLst>
            <pc:docMk/>
            <pc:sldMk cId="4230406675" sldId="289"/>
            <ac:picMk id="6" creationId="{644FCB55-E916-5F95-9929-6AB0DDC29221}"/>
          </ac:picMkLst>
        </pc:picChg>
        <pc:picChg chg="add mod">
          <ac:chgData name="Clément ZIANE" userId="aa8721fc-2935-48cf-9afe-91d2e8923272" providerId="ADAL" clId="{10904BE7-204A-454D-8AEB-158130ACA8BD}" dt="2026-01-13T07:04:38.408" v="2935" actId="1076"/>
          <ac:picMkLst>
            <pc:docMk/>
            <pc:sldMk cId="4230406675" sldId="289"/>
            <ac:picMk id="8" creationId="{EEA0B2B4-4468-1ECE-3751-938D4FFFB2FF}"/>
          </ac:picMkLst>
        </pc:picChg>
        <pc:picChg chg="add mod">
          <ac:chgData name="Clément ZIANE" userId="aa8721fc-2935-48cf-9afe-91d2e8923272" providerId="ADAL" clId="{10904BE7-204A-454D-8AEB-158130ACA8BD}" dt="2026-01-13T07:05:27.266" v="2940" actId="1076"/>
          <ac:picMkLst>
            <pc:docMk/>
            <pc:sldMk cId="4230406675" sldId="289"/>
            <ac:picMk id="10" creationId="{3BC4A616-1ECE-EC61-D00B-2E5B091A05D0}"/>
          </ac:picMkLst>
        </pc:picChg>
      </pc:sldChg>
      <pc:sldChg chg="modSp add del mod">
        <pc:chgData name="Clément ZIANE" userId="aa8721fc-2935-48cf-9afe-91d2e8923272" providerId="ADAL" clId="{10904BE7-204A-454D-8AEB-158130ACA8BD}" dt="2026-01-13T06:06:02.024" v="2331" actId="47"/>
        <pc:sldMkLst>
          <pc:docMk/>
          <pc:sldMk cId="1763057979" sldId="290"/>
        </pc:sldMkLst>
        <pc:spChg chg="mod">
          <ac:chgData name="Clément ZIANE" userId="aa8721fc-2935-48cf-9afe-91d2e8923272" providerId="ADAL" clId="{10904BE7-204A-454D-8AEB-158130ACA8BD}" dt="2026-01-12T06:55:57.989" v="698" actId="20577"/>
          <ac:spMkLst>
            <pc:docMk/>
            <pc:sldMk cId="1763057979" sldId="290"/>
            <ac:spMk id="4" creationId="{63E7167F-0E58-2104-44ED-3C656190C345}"/>
          </ac:spMkLst>
        </pc:spChg>
        <pc:spChg chg="mod">
          <ac:chgData name="Clément ZIANE" userId="aa8721fc-2935-48cf-9afe-91d2e8923272" providerId="ADAL" clId="{10904BE7-204A-454D-8AEB-158130ACA8BD}" dt="2026-01-12T08:50:05.151" v="2329" actId="20577"/>
          <ac:spMkLst>
            <pc:docMk/>
            <pc:sldMk cId="1763057979" sldId="290"/>
            <ac:spMk id="7" creationId="{EE94D667-3E9E-F464-80DE-656BE54C4404}"/>
          </ac:spMkLst>
        </pc:spChg>
      </pc:sldChg>
      <pc:sldChg chg="delSp modSp add del mod">
        <pc:chgData name="Clément ZIANE" userId="aa8721fc-2935-48cf-9afe-91d2e8923272" providerId="ADAL" clId="{10904BE7-204A-454D-8AEB-158130ACA8BD}" dt="2026-01-13T07:14:05.842" v="3027" actId="47"/>
        <pc:sldMkLst>
          <pc:docMk/>
          <pc:sldMk cId="1944869682" sldId="290"/>
        </pc:sldMkLst>
        <pc:spChg chg="mod">
          <ac:chgData name="Clément ZIANE" userId="aa8721fc-2935-48cf-9afe-91d2e8923272" providerId="ADAL" clId="{10904BE7-204A-454D-8AEB-158130ACA8BD}" dt="2026-01-13T07:13:27.811" v="2998" actId="20577"/>
          <ac:spMkLst>
            <pc:docMk/>
            <pc:sldMk cId="1944869682" sldId="290"/>
            <ac:spMk id="4" creationId="{669B8ABF-FBD1-32C2-044F-3EF4C59AC79E}"/>
          </ac:spMkLst>
        </pc:spChg>
        <pc:spChg chg="mod">
          <ac:chgData name="Clément ZIANE" userId="aa8721fc-2935-48cf-9afe-91d2e8923272" providerId="ADAL" clId="{10904BE7-204A-454D-8AEB-158130ACA8BD}" dt="2026-01-13T07:13:44.470" v="3026" actId="20577"/>
          <ac:spMkLst>
            <pc:docMk/>
            <pc:sldMk cId="1944869682" sldId="290"/>
            <ac:spMk id="7" creationId="{2CD12CB5-1096-99AD-CCC7-021A0E724F23}"/>
          </ac:spMkLst>
        </pc:spChg>
        <pc:picChg chg="del">
          <ac:chgData name="Clément ZIANE" userId="aa8721fc-2935-48cf-9afe-91d2e8923272" providerId="ADAL" clId="{10904BE7-204A-454D-8AEB-158130ACA8BD}" dt="2026-01-13T07:13:30.228" v="2999" actId="478"/>
          <ac:picMkLst>
            <pc:docMk/>
            <pc:sldMk cId="1944869682" sldId="290"/>
            <ac:picMk id="6" creationId="{A684CF9A-D9D9-72E8-68BF-93459B01D3CA}"/>
          </ac:picMkLst>
        </pc:picChg>
      </pc:sldChg>
      <pc:sldChg chg="addSp delSp modSp add mod ord setBg">
        <pc:chgData name="Clément ZIANE" userId="aa8721fc-2935-48cf-9afe-91d2e8923272" providerId="ADAL" clId="{10904BE7-204A-454D-8AEB-158130ACA8BD}" dt="2026-01-13T07:18:25.368" v="3071" actId="33524"/>
        <pc:sldMkLst>
          <pc:docMk/>
          <pc:sldMk cId="3437730584" sldId="290"/>
        </pc:sldMkLst>
        <pc:spChg chg="mod">
          <ac:chgData name="Clément ZIANE" userId="aa8721fc-2935-48cf-9afe-91d2e8923272" providerId="ADAL" clId="{10904BE7-204A-454D-8AEB-158130ACA8BD}" dt="2026-01-13T07:14:15.835" v="3036" actId="20577"/>
          <ac:spMkLst>
            <pc:docMk/>
            <pc:sldMk cId="3437730584" sldId="290"/>
            <ac:spMk id="4" creationId="{337075B4-11EC-E5E3-CF28-4FE1185A5EB8}"/>
          </ac:spMkLst>
        </pc:spChg>
        <pc:spChg chg="ord">
          <ac:chgData name="Clément ZIANE" userId="aa8721fc-2935-48cf-9afe-91d2e8923272" providerId="ADAL" clId="{10904BE7-204A-454D-8AEB-158130ACA8BD}" dt="2026-01-13T07:16:14.699" v="3049" actId="167"/>
          <ac:spMkLst>
            <pc:docMk/>
            <pc:sldMk cId="3437730584" sldId="290"/>
            <ac:spMk id="7" creationId="{43F93E14-8779-C8B3-D79D-E1CAC07886F1}"/>
          </ac:spMkLst>
        </pc:spChg>
        <pc:graphicFrameChg chg="del">
          <ac:chgData name="Clément ZIANE" userId="aa8721fc-2935-48cf-9afe-91d2e8923272" providerId="ADAL" clId="{10904BE7-204A-454D-8AEB-158130ACA8BD}" dt="2026-01-13T07:17:20.871" v="3057" actId="478"/>
          <ac:graphicFrameMkLst>
            <pc:docMk/>
            <pc:sldMk cId="3437730584" sldId="290"/>
            <ac:graphicFrameMk id="11" creationId="{D984756D-BB0B-6468-D005-24497B6C2DE6}"/>
          </ac:graphicFrameMkLst>
        </pc:graphicFrameChg>
        <pc:graphicFrameChg chg="add mod modGraphic">
          <ac:chgData name="Clément ZIANE" userId="aa8721fc-2935-48cf-9afe-91d2e8923272" providerId="ADAL" clId="{10904BE7-204A-454D-8AEB-158130ACA8BD}" dt="2026-01-13T07:18:25.368" v="3071" actId="33524"/>
          <ac:graphicFrameMkLst>
            <pc:docMk/>
            <pc:sldMk cId="3437730584" sldId="290"/>
            <ac:graphicFrameMk id="13" creationId="{E4781A1E-4EF5-17F9-785A-2FD8C5F87B46}"/>
          </ac:graphicFrameMkLst>
        </pc:graphicFrameChg>
        <pc:picChg chg="add mod ord">
          <ac:chgData name="Clément ZIANE" userId="aa8721fc-2935-48cf-9afe-91d2e8923272" providerId="ADAL" clId="{10904BE7-204A-454D-8AEB-158130ACA8BD}" dt="2026-01-13T07:15:58.879" v="3044" actId="1076"/>
          <ac:picMkLst>
            <pc:docMk/>
            <pc:sldMk cId="3437730584" sldId="290"/>
            <ac:picMk id="6" creationId="{AE2AAC2E-5056-6E66-524D-CE464BD4C9E0}"/>
          </ac:picMkLst>
        </pc:picChg>
        <pc:picChg chg="del">
          <ac:chgData name="Clément ZIANE" userId="aa8721fc-2935-48cf-9afe-91d2e8923272" providerId="ADAL" clId="{10904BE7-204A-454D-8AEB-158130ACA8BD}" dt="2026-01-13T07:14:18.562" v="3037" actId="478"/>
          <ac:picMkLst>
            <pc:docMk/>
            <pc:sldMk cId="3437730584" sldId="290"/>
            <ac:picMk id="8" creationId="{AA626F2B-B8C3-70FB-6790-F013A4B4090E}"/>
          </ac:picMkLst>
        </pc:picChg>
        <pc:picChg chg="del">
          <ac:chgData name="Clément ZIANE" userId="aa8721fc-2935-48cf-9afe-91d2e8923272" providerId="ADAL" clId="{10904BE7-204A-454D-8AEB-158130ACA8BD}" dt="2026-01-13T07:14:19.503" v="3038" actId="478"/>
          <ac:picMkLst>
            <pc:docMk/>
            <pc:sldMk cId="3437730584" sldId="290"/>
            <ac:picMk id="10" creationId="{4D2CC289-55EB-7D87-1164-EA76E0CA4AE1}"/>
          </ac:picMkLst>
        </pc:picChg>
        <pc:picChg chg="add mod ord">
          <ac:chgData name="Clément ZIANE" userId="aa8721fc-2935-48cf-9afe-91d2e8923272" providerId="ADAL" clId="{10904BE7-204A-454D-8AEB-158130ACA8BD}" dt="2026-01-13T07:16:19.663" v="3050" actId="1076"/>
          <ac:picMkLst>
            <pc:docMk/>
            <pc:sldMk cId="3437730584" sldId="290"/>
            <ac:picMk id="12" creationId="{18DA5855-756D-882D-810F-3B2350CB5148}"/>
          </ac:picMkLst>
        </pc:picChg>
      </pc:sldChg>
      <pc:sldChg chg="modSp add del mod">
        <pc:chgData name="Clément ZIANE" userId="aa8721fc-2935-48cf-9afe-91d2e8923272" providerId="ADAL" clId="{10904BE7-204A-454D-8AEB-158130ACA8BD}" dt="2026-01-13T06:06:02.024" v="2331" actId="47"/>
        <pc:sldMkLst>
          <pc:docMk/>
          <pc:sldMk cId="16192461" sldId="291"/>
        </pc:sldMkLst>
        <pc:spChg chg="mod">
          <ac:chgData name="Clément ZIANE" userId="aa8721fc-2935-48cf-9afe-91d2e8923272" providerId="ADAL" clId="{10904BE7-204A-454D-8AEB-158130ACA8BD}" dt="2026-01-12T06:56:41.321" v="700" actId="20577"/>
          <ac:spMkLst>
            <pc:docMk/>
            <pc:sldMk cId="16192461" sldId="291"/>
            <ac:spMk id="4" creationId="{EE31B159-8E8A-563D-1135-1D04CDA115F9}"/>
          </ac:spMkLst>
        </pc:spChg>
        <pc:spChg chg="mod">
          <ac:chgData name="Clément ZIANE" userId="aa8721fc-2935-48cf-9afe-91d2e8923272" providerId="ADAL" clId="{10904BE7-204A-454D-8AEB-158130ACA8BD}" dt="2026-01-12T07:00:09.436" v="786" actId="207"/>
          <ac:spMkLst>
            <pc:docMk/>
            <pc:sldMk cId="16192461" sldId="291"/>
            <ac:spMk id="7" creationId="{AAB34EF3-729E-93D6-9B38-23C9A1A4AF4B}"/>
          </ac:spMkLst>
        </pc:spChg>
      </pc:sldChg>
      <pc:sldChg chg="delSp modSp add mod">
        <pc:chgData name="Clément ZIANE" userId="aa8721fc-2935-48cf-9afe-91d2e8923272" providerId="ADAL" clId="{10904BE7-204A-454D-8AEB-158130ACA8BD}" dt="2026-01-13T07:22:03.371" v="3122" actId="20577"/>
        <pc:sldMkLst>
          <pc:docMk/>
          <pc:sldMk cId="3483419592" sldId="291"/>
        </pc:sldMkLst>
        <pc:spChg chg="mod">
          <ac:chgData name="Clément ZIANE" userId="aa8721fc-2935-48cf-9afe-91d2e8923272" providerId="ADAL" clId="{10904BE7-204A-454D-8AEB-158130ACA8BD}" dt="2026-01-13T07:22:03.371" v="3122" actId="20577"/>
          <ac:spMkLst>
            <pc:docMk/>
            <pc:sldMk cId="3483419592" sldId="291"/>
            <ac:spMk id="4" creationId="{BB5AE08D-BC66-A0E2-4AF0-9C58717E8070}"/>
          </ac:spMkLst>
        </pc:spChg>
        <pc:spChg chg="mod">
          <ac:chgData name="Clément ZIANE" userId="aa8721fc-2935-48cf-9afe-91d2e8923272" providerId="ADAL" clId="{10904BE7-204A-454D-8AEB-158130ACA8BD}" dt="2026-01-13T07:21:49.871" v="3116" actId="207"/>
          <ac:spMkLst>
            <pc:docMk/>
            <pc:sldMk cId="3483419592" sldId="291"/>
            <ac:spMk id="7" creationId="{267B416B-09E1-5286-2AB2-3A61CF2D0CF7}"/>
          </ac:spMkLst>
        </pc:spChg>
        <pc:graphicFrameChg chg="del">
          <ac:chgData name="Clément ZIANE" userId="aa8721fc-2935-48cf-9afe-91d2e8923272" providerId="ADAL" clId="{10904BE7-204A-454D-8AEB-158130ACA8BD}" dt="2026-01-13T07:19:53.212" v="3075" actId="478"/>
          <ac:graphicFrameMkLst>
            <pc:docMk/>
            <pc:sldMk cId="3483419592" sldId="291"/>
            <ac:graphicFrameMk id="13" creationId="{A7DEA975-0FA7-5C35-8635-FBBBC655B0E4}"/>
          </ac:graphicFrameMkLst>
        </pc:graphicFrameChg>
        <pc:picChg chg="del">
          <ac:chgData name="Clément ZIANE" userId="aa8721fc-2935-48cf-9afe-91d2e8923272" providerId="ADAL" clId="{10904BE7-204A-454D-8AEB-158130ACA8BD}" dt="2026-01-13T07:19:50.194" v="3073" actId="478"/>
          <ac:picMkLst>
            <pc:docMk/>
            <pc:sldMk cId="3483419592" sldId="291"/>
            <ac:picMk id="6" creationId="{767F62EE-A2A3-BF23-D494-4BF3774CC213}"/>
          </ac:picMkLst>
        </pc:picChg>
        <pc:picChg chg="del">
          <ac:chgData name="Clément ZIANE" userId="aa8721fc-2935-48cf-9afe-91d2e8923272" providerId="ADAL" clId="{10904BE7-204A-454D-8AEB-158130ACA8BD}" dt="2026-01-13T07:19:51.070" v="3074" actId="478"/>
          <ac:picMkLst>
            <pc:docMk/>
            <pc:sldMk cId="3483419592" sldId="291"/>
            <ac:picMk id="12" creationId="{543DB6FF-B175-E326-92C7-6F67FFCCF9E6}"/>
          </ac:picMkLst>
        </pc:picChg>
      </pc:sldChg>
      <pc:sldChg chg="modSp add del mod ord">
        <pc:chgData name="Clément ZIANE" userId="aa8721fc-2935-48cf-9afe-91d2e8923272" providerId="ADAL" clId="{10904BE7-204A-454D-8AEB-158130ACA8BD}" dt="2026-01-13T06:06:02.024" v="2331" actId="47"/>
        <pc:sldMkLst>
          <pc:docMk/>
          <pc:sldMk cId="207823514" sldId="292"/>
        </pc:sldMkLst>
        <pc:spChg chg="mod">
          <ac:chgData name="Clément ZIANE" userId="aa8721fc-2935-48cf-9afe-91d2e8923272" providerId="ADAL" clId="{10904BE7-204A-454D-8AEB-158130ACA8BD}" dt="2026-01-12T07:01:30.323" v="799" actId="20577"/>
          <ac:spMkLst>
            <pc:docMk/>
            <pc:sldMk cId="207823514" sldId="292"/>
            <ac:spMk id="5" creationId="{2731ADEC-363B-2CE1-1C00-920810628B21}"/>
          </ac:spMkLst>
        </pc:spChg>
      </pc:sldChg>
      <pc:sldChg chg="addSp modSp add mod">
        <pc:chgData name="Clément ZIANE" userId="aa8721fc-2935-48cf-9afe-91d2e8923272" providerId="ADAL" clId="{10904BE7-204A-454D-8AEB-158130ACA8BD}" dt="2026-01-13T07:25:05.145" v="3142" actId="20577"/>
        <pc:sldMkLst>
          <pc:docMk/>
          <pc:sldMk cId="374069868" sldId="292"/>
        </pc:sldMkLst>
        <pc:spChg chg="mod">
          <ac:chgData name="Clément ZIANE" userId="aa8721fc-2935-48cf-9afe-91d2e8923272" providerId="ADAL" clId="{10904BE7-204A-454D-8AEB-158130ACA8BD}" dt="2026-01-13T07:22:14.337" v="3124" actId="20577"/>
          <ac:spMkLst>
            <pc:docMk/>
            <pc:sldMk cId="374069868" sldId="292"/>
            <ac:spMk id="4" creationId="{EEB739DF-5489-3C1B-A693-B4AF7ABF478D}"/>
          </ac:spMkLst>
        </pc:spChg>
        <pc:spChg chg="mod">
          <ac:chgData name="Clément ZIANE" userId="aa8721fc-2935-48cf-9afe-91d2e8923272" providerId="ADAL" clId="{10904BE7-204A-454D-8AEB-158130ACA8BD}" dt="2026-01-13T07:25:05.145" v="3142" actId="20577"/>
          <ac:spMkLst>
            <pc:docMk/>
            <pc:sldMk cId="374069868" sldId="292"/>
            <ac:spMk id="7" creationId="{20EDB7A5-DE27-6BD5-B2B1-164DC6765071}"/>
          </ac:spMkLst>
        </pc:spChg>
        <pc:picChg chg="add mod">
          <ac:chgData name="Clément ZIANE" userId="aa8721fc-2935-48cf-9afe-91d2e8923272" providerId="ADAL" clId="{10904BE7-204A-454D-8AEB-158130ACA8BD}" dt="2026-01-13T07:23:02.012" v="3131" actId="1076"/>
          <ac:picMkLst>
            <pc:docMk/>
            <pc:sldMk cId="374069868" sldId="292"/>
            <ac:picMk id="6" creationId="{E9B648E3-84CA-F64E-FF53-3E0AFC0AAD38}"/>
          </ac:picMkLst>
        </pc:picChg>
      </pc:sldChg>
      <pc:sldChg chg="delSp modSp add mod">
        <pc:chgData name="Clément ZIANE" userId="aa8721fc-2935-48cf-9afe-91d2e8923272" providerId="ADAL" clId="{10904BE7-204A-454D-8AEB-158130ACA8BD}" dt="2026-01-13T08:40:46.949" v="4343" actId="207"/>
        <pc:sldMkLst>
          <pc:docMk/>
          <pc:sldMk cId="1075956812" sldId="293"/>
        </pc:sldMkLst>
        <pc:spChg chg="mod">
          <ac:chgData name="Clément ZIANE" userId="aa8721fc-2935-48cf-9afe-91d2e8923272" providerId="ADAL" clId="{10904BE7-204A-454D-8AEB-158130ACA8BD}" dt="2026-01-13T08:13:42.578" v="4054" actId="20577"/>
          <ac:spMkLst>
            <pc:docMk/>
            <pc:sldMk cId="1075956812" sldId="293"/>
            <ac:spMk id="4" creationId="{DA76B37C-4BC2-76FF-C0A9-1B6047BD7492}"/>
          </ac:spMkLst>
        </pc:spChg>
        <pc:spChg chg="mod">
          <ac:chgData name="Clément ZIANE" userId="aa8721fc-2935-48cf-9afe-91d2e8923272" providerId="ADAL" clId="{10904BE7-204A-454D-8AEB-158130ACA8BD}" dt="2026-01-13T08:40:46.949" v="4343" actId="207"/>
          <ac:spMkLst>
            <pc:docMk/>
            <pc:sldMk cId="1075956812" sldId="293"/>
            <ac:spMk id="7" creationId="{2EE24224-732F-1135-B2C4-76DAB95A5DED}"/>
          </ac:spMkLst>
        </pc:spChg>
        <pc:picChg chg="del">
          <ac:chgData name="Clément ZIANE" userId="aa8721fc-2935-48cf-9afe-91d2e8923272" providerId="ADAL" clId="{10904BE7-204A-454D-8AEB-158130ACA8BD}" dt="2026-01-13T07:25:52.018" v="3150" actId="478"/>
          <ac:picMkLst>
            <pc:docMk/>
            <pc:sldMk cId="1075956812" sldId="293"/>
            <ac:picMk id="6" creationId="{1E6CB84E-A8CC-053F-499E-A70F02CB3630}"/>
          </ac:picMkLst>
        </pc:picChg>
      </pc:sldChg>
      <pc:sldChg chg="del">
        <pc:chgData name="Clément ZIANE" userId="aa8721fc-2935-48cf-9afe-91d2e8923272" providerId="ADAL" clId="{10904BE7-204A-454D-8AEB-158130ACA8BD}" dt="2026-01-12T06:03:42.722" v="7" actId="47"/>
        <pc:sldMkLst>
          <pc:docMk/>
          <pc:sldMk cId="2176117368" sldId="293"/>
        </pc:sldMkLst>
      </pc:sldChg>
      <pc:sldChg chg="addSp modSp add del mod ord">
        <pc:chgData name="Clément ZIANE" userId="aa8721fc-2935-48cf-9afe-91d2e8923272" providerId="ADAL" clId="{10904BE7-204A-454D-8AEB-158130ACA8BD}" dt="2026-01-13T06:06:02.024" v="2331" actId="47"/>
        <pc:sldMkLst>
          <pc:docMk/>
          <pc:sldMk cId="3845014091" sldId="293"/>
        </pc:sldMkLst>
        <pc:spChg chg="mod">
          <ac:chgData name="Clément ZIANE" userId="aa8721fc-2935-48cf-9afe-91d2e8923272" providerId="ADAL" clId="{10904BE7-204A-454D-8AEB-158130ACA8BD}" dt="2026-01-12T07:06:23.086" v="836" actId="20577"/>
          <ac:spMkLst>
            <pc:docMk/>
            <pc:sldMk cId="3845014091" sldId="293"/>
            <ac:spMk id="4" creationId="{6935945C-0B53-BBE1-FFFA-7DE125A29F33}"/>
          </ac:spMkLst>
        </pc:spChg>
        <pc:spChg chg="mod">
          <ac:chgData name="Clément ZIANE" userId="aa8721fc-2935-48cf-9afe-91d2e8923272" providerId="ADAL" clId="{10904BE7-204A-454D-8AEB-158130ACA8BD}" dt="2026-01-12T07:09:08.192" v="865" actId="20577"/>
          <ac:spMkLst>
            <pc:docMk/>
            <pc:sldMk cId="3845014091" sldId="293"/>
            <ac:spMk id="7" creationId="{5688622A-7F61-7031-E6AA-D12ADB02E8BC}"/>
          </ac:spMkLst>
        </pc:spChg>
        <pc:picChg chg="add mod">
          <ac:chgData name="Clément ZIANE" userId="aa8721fc-2935-48cf-9afe-91d2e8923272" providerId="ADAL" clId="{10904BE7-204A-454D-8AEB-158130ACA8BD}" dt="2026-01-12T07:09:03.008" v="864" actId="14100"/>
          <ac:picMkLst>
            <pc:docMk/>
            <pc:sldMk cId="3845014091" sldId="293"/>
            <ac:picMk id="6" creationId="{CE008082-3B10-F83B-1C1A-76890B62DAB7}"/>
          </ac:picMkLst>
        </pc:picChg>
        <pc:picChg chg="add mod">
          <ac:chgData name="Clément ZIANE" userId="aa8721fc-2935-48cf-9afe-91d2e8923272" providerId="ADAL" clId="{10904BE7-204A-454D-8AEB-158130ACA8BD}" dt="2026-01-12T07:09:27.697" v="869" actId="1076"/>
          <ac:picMkLst>
            <pc:docMk/>
            <pc:sldMk cId="3845014091" sldId="293"/>
            <ac:picMk id="9" creationId="{AB2613F7-5BB2-CA24-2DC0-F9AD70C8681E}"/>
          </ac:picMkLst>
        </pc:picChg>
      </pc:sldChg>
      <pc:sldChg chg="addSp delSp modSp add del mod">
        <pc:chgData name="Clément ZIANE" userId="aa8721fc-2935-48cf-9afe-91d2e8923272" providerId="ADAL" clId="{10904BE7-204A-454D-8AEB-158130ACA8BD}" dt="2026-01-13T06:06:02.024" v="2331" actId="47"/>
        <pc:sldMkLst>
          <pc:docMk/>
          <pc:sldMk cId="1578930345" sldId="294"/>
        </pc:sldMkLst>
        <pc:spChg chg="add del mod">
          <ac:chgData name="Clément ZIANE" userId="aa8721fc-2935-48cf-9afe-91d2e8923272" providerId="ADAL" clId="{10904BE7-204A-454D-8AEB-158130ACA8BD}" dt="2026-01-12T07:11:35.145" v="876" actId="478"/>
          <ac:spMkLst>
            <pc:docMk/>
            <pc:sldMk cId="1578930345" sldId="294"/>
            <ac:spMk id="4" creationId="{CE683A3B-8361-DFFC-8B63-D761DF6C0EF8}"/>
          </ac:spMkLst>
        </pc:spChg>
        <pc:spChg chg="del">
          <ac:chgData name="Clément ZIANE" userId="aa8721fc-2935-48cf-9afe-91d2e8923272" providerId="ADAL" clId="{10904BE7-204A-454D-8AEB-158130ACA8BD}" dt="2026-01-12T07:12:08.488" v="879" actId="478"/>
          <ac:spMkLst>
            <pc:docMk/>
            <pc:sldMk cId="1578930345" sldId="294"/>
            <ac:spMk id="7" creationId="{C5C99DC4-317F-7828-2F2C-8E28F01EDD04}"/>
          </ac:spMkLst>
        </pc:spChg>
        <pc:graphicFrameChg chg="add mod modGraphic">
          <ac:chgData name="Clément ZIANE" userId="aa8721fc-2935-48cf-9afe-91d2e8923272" providerId="ADAL" clId="{10904BE7-204A-454D-8AEB-158130ACA8BD}" dt="2026-01-12T07:13:34.020" v="891" actId="122"/>
          <ac:graphicFrameMkLst>
            <pc:docMk/>
            <pc:sldMk cId="1578930345" sldId="294"/>
            <ac:graphicFrameMk id="5" creationId="{A6586182-1ED6-8ABA-25AB-A36FF328D31F}"/>
          </ac:graphicFrameMkLst>
        </pc:graphicFrameChg>
        <pc:picChg chg="add del">
          <ac:chgData name="Clément ZIANE" userId="aa8721fc-2935-48cf-9afe-91d2e8923272" providerId="ADAL" clId="{10904BE7-204A-454D-8AEB-158130ACA8BD}" dt="2026-01-12T07:11:38.052" v="877" actId="478"/>
          <ac:picMkLst>
            <pc:docMk/>
            <pc:sldMk cId="1578930345" sldId="294"/>
            <ac:picMk id="6" creationId="{3CCADB3E-4EBE-7197-2131-2EDFE718C33C}"/>
          </ac:picMkLst>
        </pc:picChg>
        <pc:picChg chg="add del">
          <ac:chgData name="Clément ZIANE" userId="aa8721fc-2935-48cf-9afe-91d2e8923272" providerId="ADAL" clId="{10904BE7-204A-454D-8AEB-158130ACA8BD}" dt="2026-01-12T07:11:39.044" v="878" actId="478"/>
          <ac:picMkLst>
            <pc:docMk/>
            <pc:sldMk cId="1578930345" sldId="294"/>
            <ac:picMk id="9" creationId="{10FA033A-E354-A080-BAFB-20AE72E7A6C2}"/>
          </ac:picMkLst>
        </pc:picChg>
      </pc:sldChg>
      <pc:sldChg chg="addSp modSp add mod">
        <pc:chgData name="Clément ZIANE" userId="aa8721fc-2935-48cf-9afe-91d2e8923272" providerId="ADAL" clId="{10904BE7-204A-454D-8AEB-158130ACA8BD}" dt="2026-01-13T07:43:08.918" v="3345" actId="20577"/>
        <pc:sldMkLst>
          <pc:docMk/>
          <pc:sldMk cId="1845562662" sldId="294"/>
        </pc:sldMkLst>
        <pc:spChg chg="mod">
          <ac:chgData name="Clément ZIANE" userId="aa8721fc-2935-48cf-9afe-91d2e8923272" providerId="ADAL" clId="{10904BE7-204A-454D-8AEB-158130ACA8BD}" dt="2026-01-13T07:43:08.918" v="3345" actId="20577"/>
          <ac:spMkLst>
            <pc:docMk/>
            <pc:sldMk cId="1845562662" sldId="294"/>
            <ac:spMk id="4" creationId="{69F8F820-8C65-611A-BE85-6D3AF6AAA8E4}"/>
          </ac:spMkLst>
        </pc:spChg>
        <pc:spChg chg="mod">
          <ac:chgData name="Clément ZIANE" userId="aa8721fc-2935-48cf-9afe-91d2e8923272" providerId="ADAL" clId="{10904BE7-204A-454D-8AEB-158130ACA8BD}" dt="2026-01-13T07:34:48.627" v="3209" actId="20577"/>
          <ac:spMkLst>
            <pc:docMk/>
            <pc:sldMk cId="1845562662" sldId="294"/>
            <ac:spMk id="7" creationId="{09D170CD-FE15-C601-7954-340E3C2C7498}"/>
          </ac:spMkLst>
        </pc:spChg>
        <pc:picChg chg="add mod">
          <ac:chgData name="Clément ZIANE" userId="aa8721fc-2935-48cf-9afe-91d2e8923272" providerId="ADAL" clId="{10904BE7-204A-454D-8AEB-158130ACA8BD}" dt="2026-01-13T07:35:42.988" v="3212" actId="1076"/>
          <ac:picMkLst>
            <pc:docMk/>
            <pc:sldMk cId="1845562662" sldId="294"/>
            <ac:picMk id="6" creationId="{19D8E686-DF61-6B71-2199-CA2459606925}"/>
          </ac:picMkLst>
        </pc:picChg>
      </pc:sldChg>
      <pc:sldChg chg="del">
        <pc:chgData name="Clément ZIANE" userId="aa8721fc-2935-48cf-9afe-91d2e8923272" providerId="ADAL" clId="{10904BE7-204A-454D-8AEB-158130ACA8BD}" dt="2026-01-12T06:03:42.722" v="7" actId="47"/>
        <pc:sldMkLst>
          <pc:docMk/>
          <pc:sldMk cId="1933949044" sldId="294"/>
        </pc:sldMkLst>
      </pc:sldChg>
      <pc:sldChg chg="addSp delSp modSp add del mod">
        <pc:chgData name="Clément ZIANE" userId="aa8721fc-2935-48cf-9afe-91d2e8923272" providerId="ADAL" clId="{10904BE7-204A-454D-8AEB-158130ACA8BD}" dt="2026-01-13T06:06:02.024" v="2331" actId="47"/>
        <pc:sldMkLst>
          <pc:docMk/>
          <pc:sldMk cId="112676955" sldId="295"/>
        </pc:sldMkLst>
        <pc:spChg chg="mod">
          <ac:chgData name="Clément ZIANE" userId="aa8721fc-2935-48cf-9afe-91d2e8923272" providerId="ADAL" clId="{10904BE7-204A-454D-8AEB-158130ACA8BD}" dt="2026-01-12T07:15:36.810" v="902" actId="20577"/>
          <ac:spMkLst>
            <pc:docMk/>
            <pc:sldMk cId="112676955" sldId="295"/>
            <ac:spMk id="4" creationId="{736F0C81-E936-5314-BF4A-1FAB41A5D8DD}"/>
          </ac:spMkLst>
        </pc:spChg>
        <pc:graphicFrameChg chg="del">
          <ac:chgData name="Clément ZIANE" userId="aa8721fc-2935-48cf-9afe-91d2e8923272" providerId="ADAL" clId="{10904BE7-204A-454D-8AEB-158130ACA8BD}" dt="2026-01-12T07:15:31.475" v="893" actId="478"/>
          <ac:graphicFrameMkLst>
            <pc:docMk/>
            <pc:sldMk cId="112676955" sldId="295"/>
            <ac:graphicFrameMk id="5" creationId="{CDE986F9-FF2E-C585-3460-7E6D7F9C3D01}"/>
          </ac:graphicFrameMkLst>
        </pc:graphicFrameChg>
        <pc:graphicFrameChg chg="add mod modGraphic">
          <ac:chgData name="Clément ZIANE" userId="aa8721fc-2935-48cf-9afe-91d2e8923272" providerId="ADAL" clId="{10904BE7-204A-454D-8AEB-158130ACA8BD}" dt="2026-01-12T07:18:21.904" v="916" actId="20577"/>
          <ac:graphicFrameMkLst>
            <pc:docMk/>
            <pc:sldMk cId="112676955" sldId="295"/>
            <ac:graphicFrameMk id="6" creationId="{35578F17-E1D5-86DD-0574-18505ADFF590}"/>
          </ac:graphicFrameMkLst>
        </pc:graphicFrameChg>
      </pc:sldChg>
      <pc:sldChg chg="addSp delSp modSp add mod">
        <pc:chgData name="Clément ZIANE" userId="aa8721fc-2935-48cf-9afe-91d2e8923272" providerId="ADAL" clId="{10904BE7-204A-454D-8AEB-158130ACA8BD}" dt="2026-01-13T07:43:17.355" v="3347" actId="20577"/>
        <pc:sldMkLst>
          <pc:docMk/>
          <pc:sldMk cId="1113224581" sldId="295"/>
        </pc:sldMkLst>
        <pc:spChg chg="mod">
          <ac:chgData name="Clément ZIANE" userId="aa8721fc-2935-48cf-9afe-91d2e8923272" providerId="ADAL" clId="{10904BE7-204A-454D-8AEB-158130ACA8BD}" dt="2026-01-13T07:43:17.355" v="3347" actId="20577"/>
          <ac:spMkLst>
            <pc:docMk/>
            <pc:sldMk cId="1113224581" sldId="295"/>
            <ac:spMk id="4" creationId="{66E10AF4-F13C-7028-7722-8594B6792749}"/>
          </ac:spMkLst>
        </pc:spChg>
        <pc:spChg chg="del">
          <ac:chgData name="Clément ZIANE" userId="aa8721fc-2935-48cf-9afe-91d2e8923272" providerId="ADAL" clId="{10904BE7-204A-454D-8AEB-158130ACA8BD}" dt="2026-01-13T07:36:14.027" v="3216" actId="478"/>
          <ac:spMkLst>
            <pc:docMk/>
            <pc:sldMk cId="1113224581" sldId="295"/>
            <ac:spMk id="7" creationId="{3642515C-1161-6844-9A81-DCCFA54C1D9E}"/>
          </ac:spMkLst>
        </pc:spChg>
        <pc:graphicFrameChg chg="add mod modGraphic">
          <ac:chgData name="Clément ZIANE" userId="aa8721fc-2935-48cf-9afe-91d2e8923272" providerId="ADAL" clId="{10904BE7-204A-454D-8AEB-158130ACA8BD}" dt="2026-01-13T07:37:28.376" v="3230" actId="207"/>
          <ac:graphicFrameMkLst>
            <pc:docMk/>
            <pc:sldMk cId="1113224581" sldId="295"/>
            <ac:graphicFrameMk id="5" creationId="{BE009CCC-6BE8-9C13-481A-09251DE9E355}"/>
          </ac:graphicFrameMkLst>
        </pc:graphicFrameChg>
        <pc:picChg chg="del">
          <ac:chgData name="Clément ZIANE" userId="aa8721fc-2935-48cf-9afe-91d2e8923272" providerId="ADAL" clId="{10904BE7-204A-454D-8AEB-158130ACA8BD}" dt="2026-01-13T07:36:07.084" v="3215" actId="478"/>
          <ac:picMkLst>
            <pc:docMk/>
            <pc:sldMk cId="1113224581" sldId="295"/>
            <ac:picMk id="6" creationId="{681AE860-28FB-AC53-3A47-D7A56997F646}"/>
          </ac:picMkLst>
        </pc:picChg>
      </pc:sldChg>
      <pc:sldChg chg="del">
        <pc:chgData name="Clément ZIANE" userId="aa8721fc-2935-48cf-9afe-91d2e8923272" providerId="ADAL" clId="{10904BE7-204A-454D-8AEB-158130ACA8BD}" dt="2026-01-12T06:03:42.722" v="7" actId="47"/>
        <pc:sldMkLst>
          <pc:docMk/>
          <pc:sldMk cId="2782823866" sldId="295"/>
        </pc:sldMkLst>
      </pc:sldChg>
      <pc:sldChg chg="del">
        <pc:chgData name="Clément ZIANE" userId="aa8721fc-2935-48cf-9afe-91d2e8923272" providerId="ADAL" clId="{10904BE7-204A-454D-8AEB-158130ACA8BD}" dt="2026-01-12T06:03:42.722" v="7" actId="47"/>
        <pc:sldMkLst>
          <pc:docMk/>
          <pc:sldMk cId="515224579" sldId="296"/>
        </pc:sldMkLst>
      </pc:sldChg>
      <pc:sldChg chg="addSp delSp modSp add del mod ord">
        <pc:chgData name="Clément ZIANE" userId="aa8721fc-2935-48cf-9afe-91d2e8923272" providerId="ADAL" clId="{10904BE7-204A-454D-8AEB-158130ACA8BD}" dt="2026-01-13T06:06:02.024" v="2331" actId="47"/>
        <pc:sldMkLst>
          <pc:docMk/>
          <pc:sldMk cId="1105329503" sldId="296"/>
        </pc:sldMkLst>
        <pc:spChg chg="mod">
          <ac:chgData name="Clément ZIANE" userId="aa8721fc-2935-48cf-9afe-91d2e8923272" providerId="ADAL" clId="{10904BE7-204A-454D-8AEB-158130ACA8BD}" dt="2026-01-12T07:18:59.603" v="925"/>
          <ac:spMkLst>
            <pc:docMk/>
            <pc:sldMk cId="1105329503" sldId="296"/>
            <ac:spMk id="4" creationId="{A4C205E0-44C4-86F8-F37E-2EE5632BA10F}"/>
          </ac:spMkLst>
        </pc:spChg>
        <pc:spChg chg="add mod">
          <ac:chgData name="Clément ZIANE" userId="aa8721fc-2935-48cf-9afe-91d2e8923272" providerId="ADAL" clId="{10904BE7-204A-454D-8AEB-158130ACA8BD}" dt="2026-01-12T07:22:59.109" v="1086" actId="207"/>
          <ac:spMkLst>
            <pc:docMk/>
            <pc:sldMk cId="1105329503" sldId="296"/>
            <ac:spMk id="5" creationId="{C3958DD9-4A1E-2CAA-0843-78446E3A4529}"/>
          </ac:spMkLst>
        </pc:spChg>
        <pc:spChg chg="mod">
          <ac:chgData name="Clément ZIANE" userId="aa8721fc-2935-48cf-9afe-91d2e8923272" providerId="ADAL" clId="{10904BE7-204A-454D-8AEB-158130ACA8BD}" dt="2026-01-12T07:22:55.998" v="1084" actId="207"/>
          <ac:spMkLst>
            <pc:docMk/>
            <pc:sldMk cId="1105329503" sldId="296"/>
            <ac:spMk id="7" creationId="{25A23C86-DAC6-32C3-1435-482BD0F9ADBA}"/>
          </ac:spMkLst>
        </pc:spChg>
        <pc:picChg chg="del">
          <ac:chgData name="Clément ZIANE" userId="aa8721fc-2935-48cf-9afe-91d2e8923272" providerId="ADAL" clId="{10904BE7-204A-454D-8AEB-158130ACA8BD}" dt="2026-01-12T07:19:04.411" v="927" actId="478"/>
          <ac:picMkLst>
            <pc:docMk/>
            <pc:sldMk cId="1105329503" sldId="296"/>
            <ac:picMk id="6" creationId="{87EAF30D-86EA-8CC3-D6B3-22D0F326721F}"/>
          </ac:picMkLst>
        </pc:picChg>
        <pc:picChg chg="del">
          <ac:chgData name="Clément ZIANE" userId="aa8721fc-2935-48cf-9afe-91d2e8923272" providerId="ADAL" clId="{10904BE7-204A-454D-8AEB-158130ACA8BD}" dt="2026-01-12T07:19:03.559" v="926" actId="478"/>
          <ac:picMkLst>
            <pc:docMk/>
            <pc:sldMk cId="1105329503" sldId="296"/>
            <ac:picMk id="9" creationId="{E981E702-66AD-5E63-4BE3-247462170C18}"/>
          </ac:picMkLst>
        </pc:picChg>
        <pc:picChg chg="add mod">
          <ac:chgData name="Clément ZIANE" userId="aa8721fc-2935-48cf-9afe-91d2e8923272" providerId="ADAL" clId="{10904BE7-204A-454D-8AEB-158130ACA8BD}" dt="2026-01-12T07:23:10.312" v="1089" actId="1076"/>
          <ac:picMkLst>
            <pc:docMk/>
            <pc:sldMk cId="1105329503" sldId="296"/>
            <ac:picMk id="10" creationId="{92F85F21-9318-B1E9-D081-FC5B87012D36}"/>
          </ac:picMkLst>
        </pc:picChg>
      </pc:sldChg>
      <pc:sldChg chg="addSp delSp modSp add mod ord">
        <pc:chgData name="Clément ZIANE" userId="aa8721fc-2935-48cf-9afe-91d2e8923272" providerId="ADAL" clId="{10904BE7-204A-454D-8AEB-158130ACA8BD}" dt="2026-01-13T07:43:13.164" v="3346" actId="20577"/>
        <pc:sldMkLst>
          <pc:docMk/>
          <pc:sldMk cId="3870376762" sldId="296"/>
        </pc:sldMkLst>
        <pc:spChg chg="mod">
          <ac:chgData name="Clément ZIANE" userId="aa8721fc-2935-48cf-9afe-91d2e8923272" providerId="ADAL" clId="{10904BE7-204A-454D-8AEB-158130ACA8BD}" dt="2026-01-13T07:43:13.164" v="3346" actId="20577"/>
          <ac:spMkLst>
            <pc:docMk/>
            <pc:sldMk cId="3870376762" sldId="296"/>
            <ac:spMk id="4" creationId="{C957AEF9-A504-8E57-46D8-F8C0334B2C32}"/>
          </ac:spMkLst>
        </pc:spChg>
        <pc:spChg chg="mod">
          <ac:chgData name="Clément ZIANE" userId="aa8721fc-2935-48cf-9afe-91d2e8923272" providerId="ADAL" clId="{10904BE7-204A-454D-8AEB-158130ACA8BD}" dt="2026-01-13T07:40:51.368" v="3341" actId="20577"/>
          <ac:spMkLst>
            <pc:docMk/>
            <pc:sldMk cId="3870376762" sldId="296"/>
            <ac:spMk id="7" creationId="{CCCD36DA-FF5A-5397-D996-CDC04A9F4EE7}"/>
          </ac:spMkLst>
        </pc:spChg>
        <pc:picChg chg="del">
          <ac:chgData name="Clément ZIANE" userId="aa8721fc-2935-48cf-9afe-91d2e8923272" providerId="ADAL" clId="{10904BE7-204A-454D-8AEB-158130ACA8BD}" dt="2026-01-13T07:38:40.733" v="3273" actId="478"/>
          <ac:picMkLst>
            <pc:docMk/>
            <pc:sldMk cId="3870376762" sldId="296"/>
            <ac:picMk id="6" creationId="{C1812A61-0A2E-1635-969A-3616161C31CE}"/>
          </ac:picMkLst>
        </pc:picChg>
        <pc:picChg chg="add mod">
          <ac:chgData name="Clément ZIANE" userId="aa8721fc-2935-48cf-9afe-91d2e8923272" providerId="ADAL" clId="{10904BE7-204A-454D-8AEB-158130ACA8BD}" dt="2026-01-13T07:39:25.398" v="3278" actId="1076"/>
          <ac:picMkLst>
            <pc:docMk/>
            <pc:sldMk cId="3870376762" sldId="296"/>
            <ac:picMk id="8" creationId="{064B46B0-012E-905F-53C3-095351841190}"/>
          </ac:picMkLst>
        </pc:picChg>
      </pc:sldChg>
      <pc:sldChg chg="addSp modSp add mod ord">
        <pc:chgData name="Clément ZIANE" userId="aa8721fc-2935-48cf-9afe-91d2e8923272" providerId="ADAL" clId="{10904BE7-204A-454D-8AEB-158130ACA8BD}" dt="2026-01-13T07:49:03.748" v="3446" actId="20577"/>
        <pc:sldMkLst>
          <pc:docMk/>
          <pc:sldMk cId="166239628" sldId="297"/>
        </pc:sldMkLst>
        <pc:spChg chg="mod">
          <ac:chgData name="Clément ZIANE" userId="aa8721fc-2935-48cf-9afe-91d2e8923272" providerId="ADAL" clId="{10904BE7-204A-454D-8AEB-158130ACA8BD}" dt="2026-01-13T07:49:03.748" v="3446" actId="20577"/>
          <ac:spMkLst>
            <pc:docMk/>
            <pc:sldMk cId="166239628" sldId="297"/>
            <ac:spMk id="4" creationId="{3B61816E-C8BB-76C7-9FE1-A5570DD6BE96}"/>
          </ac:spMkLst>
        </pc:spChg>
        <pc:spChg chg="mod">
          <ac:chgData name="Clément ZIANE" userId="aa8721fc-2935-48cf-9afe-91d2e8923272" providerId="ADAL" clId="{10904BE7-204A-454D-8AEB-158130ACA8BD}" dt="2026-01-13T07:48:15.341" v="3436" actId="20577"/>
          <ac:spMkLst>
            <pc:docMk/>
            <pc:sldMk cId="166239628" sldId="297"/>
            <ac:spMk id="7" creationId="{1C471841-CE7D-66FD-C337-7F24A2C242A1}"/>
          </ac:spMkLst>
        </pc:spChg>
        <pc:picChg chg="add mod">
          <ac:chgData name="Clément ZIANE" userId="aa8721fc-2935-48cf-9afe-91d2e8923272" providerId="ADAL" clId="{10904BE7-204A-454D-8AEB-158130ACA8BD}" dt="2026-01-13T07:48:09.051" v="3434" actId="1076"/>
          <ac:picMkLst>
            <pc:docMk/>
            <pc:sldMk cId="166239628" sldId="297"/>
            <ac:picMk id="6" creationId="{85F637F3-BF4A-976F-7A4B-8AA1ABBC8034}"/>
          </ac:picMkLst>
        </pc:picChg>
        <pc:picChg chg="add mod">
          <ac:chgData name="Clément ZIANE" userId="aa8721fc-2935-48cf-9afe-91d2e8923272" providerId="ADAL" clId="{10904BE7-204A-454D-8AEB-158130ACA8BD}" dt="2026-01-13T07:48:30.178" v="3440" actId="14100"/>
          <ac:picMkLst>
            <pc:docMk/>
            <pc:sldMk cId="166239628" sldId="297"/>
            <ac:picMk id="9" creationId="{D31BDFAF-A8E8-5E60-0B87-57714F076455}"/>
          </ac:picMkLst>
        </pc:picChg>
      </pc:sldChg>
      <pc:sldChg chg="del">
        <pc:chgData name="Clément ZIANE" userId="aa8721fc-2935-48cf-9afe-91d2e8923272" providerId="ADAL" clId="{10904BE7-204A-454D-8AEB-158130ACA8BD}" dt="2026-01-12T06:03:42.722" v="7" actId="47"/>
        <pc:sldMkLst>
          <pc:docMk/>
          <pc:sldMk cId="317124239" sldId="297"/>
        </pc:sldMkLst>
      </pc:sldChg>
      <pc:sldChg chg="addSp modSp add del mod">
        <pc:chgData name="Clément ZIANE" userId="aa8721fc-2935-48cf-9afe-91d2e8923272" providerId="ADAL" clId="{10904BE7-204A-454D-8AEB-158130ACA8BD}" dt="2026-01-13T06:06:02.024" v="2331" actId="47"/>
        <pc:sldMkLst>
          <pc:docMk/>
          <pc:sldMk cId="1354588698" sldId="297"/>
        </pc:sldMkLst>
        <pc:spChg chg="mod">
          <ac:chgData name="Clément ZIANE" userId="aa8721fc-2935-48cf-9afe-91d2e8923272" providerId="ADAL" clId="{10904BE7-204A-454D-8AEB-158130ACA8BD}" dt="2026-01-12T07:23:45.297" v="1090"/>
          <ac:spMkLst>
            <pc:docMk/>
            <pc:sldMk cId="1354588698" sldId="297"/>
            <ac:spMk id="4" creationId="{15430288-5A84-379D-C133-25D171E39958}"/>
          </ac:spMkLst>
        </pc:spChg>
        <pc:spChg chg="mod">
          <ac:chgData name="Clément ZIANE" userId="aa8721fc-2935-48cf-9afe-91d2e8923272" providerId="ADAL" clId="{10904BE7-204A-454D-8AEB-158130ACA8BD}" dt="2026-01-12T07:26:24.532" v="1134" actId="207"/>
          <ac:spMkLst>
            <pc:docMk/>
            <pc:sldMk cId="1354588698" sldId="297"/>
            <ac:spMk id="5" creationId="{B1D73557-1592-FBBC-A099-3F76EFF4F6BA}"/>
          </ac:spMkLst>
        </pc:spChg>
        <pc:spChg chg="mod">
          <ac:chgData name="Clément ZIANE" userId="aa8721fc-2935-48cf-9afe-91d2e8923272" providerId="ADAL" clId="{10904BE7-204A-454D-8AEB-158130ACA8BD}" dt="2026-01-12T07:39:30.964" v="1270" actId="20577"/>
          <ac:spMkLst>
            <pc:docMk/>
            <pc:sldMk cId="1354588698" sldId="297"/>
            <ac:spMk id="7" creationId="{09954ED0-97E3-1217-2D5B-2CE3FA1BD22D}"/>
          </ac:spMkLst>
        </pc:spChg>
        <pc:picChg chg="add mod">
          <ac:chgData name="Clément ZIANE" userId="aa8721fc-2935-48cf-9afe-91d2e8923272" providerId="ADAL" clId="{10904BE7-204A-454D-8AEB-158130ACA8BD}" dt="2026-01-12T07:27:20.302" v="1138" actId="14100"/>
          <ac:picMkLst>
            <pc:docMk/>
            <pc:sldMk cId="1354588698" sldId="297"/>
            <ac:picMk id="8" creationId="{F3E495D7-9D4F-DDA2-15F5-1CCD0F4B652D}"/>
          </ac:picMkLst>
        </pc:picChg>
      </pc:sldChg>
      <pc:sldChg chg="addSp delSp modSp add del mod">
        <pc:chgData name="Clément ZIANE" userId="aa8721fc-2935-48cf-9afe-91d2e8923272" providerId="ADAL" clId="{10904BE7-204A-454D-8AEB-158130ACA8BD}" dt="2026-01-13T06:06:02.024" v="2331" actId="47"/>
        <pc:sldMkLst>
          <pc:docMk/>
          <pc:sldMk cId="1827985465" sldId="298"/>
        </pc:sldMkLst>
        <pc:spChg chg="mod">
          <ac:chgData name="Clément ZIANE" userId="aa8721fc-2935-48cf-9afe-91d2e8923272" providerId="ADAL" clId="{10904BE7-204A-454D-8AEB-158130ACA8BD}" dt="2026-01-12T07:28:51.868" v="1150" actId="20577"/>
          <ac:spMkLst>
            <pc:docMk/>
            <pc:sldMk cId="1827985465" sldId="298"/>
            <ac:spMk id="4" creationId="{EE6FFAC2-E4B6-CC7D-1EF1-72878CE94CD3}"/>
          </ac:spMkLst>
        </pc:spChg>
        <pc:spChg chg="del mod">
          <ac:chgData name="Clément ZIANE" userId="aa8721fc-2935-48cf-9afe-91d2e8923272" providerId="ADAL" clId="{10904BE7-204A-454D-8AEB-158130ACA8BD}" dt="2026-01-12T07:31:13.997" v="1177" actId="478"/>
          <ac:spMkLst>
            <pc:docMk/>
            <pc:sldMk cId="1827985465" sldId="298"/>
            <ac:spMk id="5" creationId="{AEF89C1C-ECD2-711C-3355-3A17BCA81C79}"/>
          </ac:spMkLst>
        </pc:spChg>
        <pc:spChg chg="mod">
          <ac:chgData name="Clément ZIANE" userId="aa8721fc-2935-48cf-9afe-91d2e8923272" providerId="ADAL" clId="{10904BE7-204A-454D-8AEB-158130ACA8BD}" dt="2026-01-12T07:31:17.875" v="1178" actId="14100"/>
          <ac:spMkLst>
            <pc:docMk/>
            <pc:sldMk cId="1827985465" sldId="298"/>
            <ac:spMk id="7" creationId="{A4A65F99-CEF3-9BD6-6C97-6682FA02C236}"/>
          </ac:spMkLst>
        </pc:spChg>
        <pc:picChg chg="del">
          <ac:chgData name="Clément ZIANE" userId="aa8721fc-2935-48cf-9afe-91d2e8923272" providerId="ADAL" clId="{10904BE7-204A-454D-8AEB-158130ACA8BD}" dt="2026-01-12T07:30:43.770" v="1172" actId="478"/>
          <ac:picMkLst>
            <pc:docMk/>
            <pc:sldMk cId="1827985465" sldId="298"/>
            <ac:picMk id="8" creationId="{26B33416-C931-2270-8FA1-BD4DE782310A}"/>
          </ac:picMkLst>
        </pc:picChg>
        <pc:picChg chg="add mod">
          <ac:chgData name="Clément ZIANE" userId="aa8721fc-2935-48cf-9afe-91d2e8923272" providerId="ADAL" clId="{10904BE7-204A-454D-8AEB-158130ACA8BD}" dt="2026-01-12T07:32:05.640" v="1182" actId="1076"/>
          <ac:picMkLst>
            <pc:docMk/>
            <pc:sldMk cId="1827985465" sldId="298"/>
            <ac:picMk id="9" creationId="{1DA75668-36FC-831A-E5A7-FAF93472619A}"/>
          </ac:picMkLst>
        </pc:picChg>
      </pc:sldChg>
      <pc:sldChg chg="addSp delSp modSp add mod ord">
        <pc:chgData name="Clément ZIANE" userId="aa8721fc-2935-48cf-9afe-91d2e8923272" providerId="ADAL" clId="{10904BE7-204A-454D-8AEB-158130ACA8BD}" dt="2026-01-13T07:44:43.944" v="3367" actId="14734"/>
        <pc:sldMkLst>
          <pc:docMk/>
          <pc:sldMk cId="2261701706" sldId="298"/>
        </pc:sldMkLst>
        <pc:spChg chg="mod">
          <ac:chgData name="Clément ZIANE" userId="aa8721fc-2935-48cf-9afe-91d2e8923272" providerId="ADAL" clId="{10904BE7-204A-454D-8AEB-158130ACA8BD}" dt="2026-01-13T07:43:27.124" v="3351" actId="20577"/>
          <ac:spMkLst>
            <pc:docMk/>
            <pc:sldMk cId="2261701706" sldId="298"/>
            <ac:spMk id="4" creationId="{D9302A93-45E3-4537-B015-AF92F3825326}"/>
          </ac:spMkLst>
        </pc:spChg>
        <pc:graphicFrameChg chg="del">
          <ac:chgData name="Clément ZIANE" userId="aa8721fc-2935-48cf-9afe-91d2e8923272" providerId="ADAL" clId="{10904BE7-204A-454D-8AEB-158130ACA8BD}" dt="2026-01-13T07:43:33.286" v="3352" actId="478"/>
          <ac:graphicFrameMkLst>
            <pc:docMk/>
            <pc:sldMk cId="2261701706" sldId="298"/>
            <ac:graphicFrameMk id="5" creationId="{0A0368E0-AB2E-DC7D-A18C-3FE6BFF0A67C}"/>
          </ac:graphicFrameMkLst>
        </pc:graphicFrameChg>
        <pc:graphicFrameChg chg="add mod modGraphic">
          <ac:chgData name="Clément ZIANE" userId="aa8721fc-2935-48cf-9afe-91d2e8923272" providerId="ADAL" clId="{10904BE7-204A-454D-8AEB-158130ACA8BD}" dt="2026-01-13T07:44:43.944" v="3367" actId="14734"/>
          <ac:graphicFrameMkLst>
            <pc:docMk/>
            <pc:sldMk cId="2261701706" sldId="298"/>
            <ac:graphicFrameMk id="6" creationId="{BD208C38-C56F-50A9-ABC6-BE47BA1031B7}"/>
          </ac:graphicFrameMkLst>
        </pc:graphicFrameChg>
      </pc:sldChg>
      <pc:sldChg chg="del">
        <pc:chgData name="Clément ZIANE" userId="aa8721fc-2935-48cf-9afe-91d2e8923272" providerId="ADAL" clId="{10904BE7-204A-454D-8AEB-158130ACA8BD}" dt="2026-01-12T06:03:42.722" v="7" actId="47"/>
        <pc:sldMkLst>
          <pc:docMk/>
          <pc:sldMk cId="2321025870" sldId="298"/>
        </pc:sldMkLst>
      </pc:sldChg>
      <pc:sldChg chg="addSp delSp modSp add mod">
        <pc:chgData name="Clément ZIANE" userId="aa8721fc-2935-48cf-9afe-91d2e8923272" providerId="ADAL" clId="{10904BE7-204A-454D-8AEB-158130ACA8BD}" dt="2026-01-13T07:51:36.407" v="3461" actId="12"/>
        <pc:sldMkLst>
          <pc:docMk/>
          <pc:sldMk cId="306186270" sldId="299"/>
        </pc:sldMkLst>
        <pc:spChg chg="mod">
          <ac:chgData name="Clément ZIANE" userId="aa8721fc-2935-48cf-9afe-91d2e8923272" providerId="ADAL" clId="{10904BE7-204A-454D-8AEB-158130ACA8BD}" dt="2026-01-13T07:50:17.314" v="3450" actId="20577"/>
          <ac:spMkLst>
            <pc:docMk/>
            <pc:sldMk cId="306186270" sldId="299"/>
            <ac:spMk id="4" creationId="{804C1B3A-0BF8-01FC-7E55-69145F2355E3}"/>
          </ac:spMkLst>
        </pc:spChg>
        <pc:spChg chg="mod">
          <ac:chgData name="Clément ZIANE" userId="aa8721fc-2935-48cf-9afe-91d2e8923272" providerId="ADAL" clId="{10904BE7-204A-454D-8AEB-158130ACA8BD}" dt="2026-01-13T07:51:36.407" v="3461" actId="12"/>
          <ac:spMkLst>
            <pc:docMk/>
            <pc:sldMk cId="306186270" sldId="299"/>
            <ac:spMk id="7" creationId="{9D60827E-9994-343F-331F-40FC0F465145}"/>
          </ac:spMkLst>
        </pc:spChg>
        <pc:picChg chg="del">
          <ac:chgData name="Clément ZIANE" userId="aa8721fc-2935-48cf-9afe-91d2e8923272" providerId="ADAL" clId="{10904BE7-204A-454D-8AEB-158130ACA8BD}" dt="2026-01-13T07:50:20.770" v="3451" actId="478"/>
          <ac:picMkLst>
            <pc:docMk/>
            <pc:sldMk cId="306186270" sldId="299"/>
            <ac:picMk id="6" creationId="{6765E5EC-9A09-BD71-313F-452FBEC6C6DF}"/>
          </ac:picMkLst>
        </pc:picChg>
        <pc:picChg chg="add mod">
          <ac:chgData name="Clément ZIANE" userId="aa8721fc-2935-48cf-9afe-91d2e8923272" providerId="ADAL" clId="{10904BE7-204A-454D-8AEB-158130ACA8BD}" dt="2026-01-13T07:50:59.458" v="3454" actId="14100"/>
          <ac:picMkLst>
            <pc:docMk/>
            <pc:sldMk cId="306186270" sldId="299"/>
            <ac:picMk id="8" creationId="{2F00CBAD-1C20-CD99-9C9D-15D2DE53E9B8}"/>
          </ac:picMkLst>
        </pc:picChg>
        <pc:picChg chg="del">
          <ac:chgData name="Clément ZIANE" userId="aa8721fc-2935-48cf-9afe-91d2e8923272" providerId="ADAL" clId="{10904BE7-204A-454D-8AEB-158130ACA8BD}" dt="2026-01-13T07:50:22.028" v="3452" actId="478"/>
          <ac:picMkLst>
            <pc:docMk/>
            <pc:sldMk cId="306186270" sldId="299"/>
            <ac:picMk id="9" creationId="{06F09E5F-F720-B0C8-B2D4-C9C79C26B4E1}"/>
          </ac:picMkLst>
        </pc:picChg>
      </pc:sldChg>
      <pc:sldChg chg="del">
        <pc:chgData name="Clément ZIANE" userId="aa8721fc-2935-48cf-9afe-91d2e8923272" providerId="ADAL" clId="{10904BE7-204A-454D-8AEB-158130ACA8BD}" dt="2026-01-12T06:03:42.722" v="7" actId="47"/>
        <pc:sldMkLst>
          <pc:docMk/>
          <pc:sldMk cId="1261551905" sldId="299"/>
        </pc:sldMkLst>
      </pc:sldChg>
      <pc:sldChg chg="addSp delSp modSp add del mod">
        <pc:chgData name="Clément ZIANE" userId="aa8721fc-2935-48cf-9afe-91d2e8923272" providerId="ADAL" clId="{10904BE7-204A-454D-8AEB-158130ACA8BD}" dt="2026-01-13T06:06:02.024" v="2331" actId="47"/>
        <pc:sldMkLst>
          <pc:docMk/>
          <pc:sldMk cId="2676620019" sldId="299"/>
        </pc:sldMkLst>
        <pc:spChg chg="mod">
          <ac:chgData name="Clément ZIANE" userId="aa8721fc-2935-48cf-9afe-91d2e8923272" providerId="ADAL" clId="{10904BE7-204A-454D-8AEB-158130ACA8BD}" dt="2026-01-12T07:32:55.644" v="1186"/>
          <ac:spMkLst>
            <pc:docMk/>
            <pc:sldMk cId="2676620019" sldId="299"/>
            <ac:spMk id="4" creationId="{6259738E-ACEA-8622-6D8B-1897A60D24E6}"/>
          </ac:spMkLst>
        </pc:spChg>
        <pc:spChg chg="mod">
          <ac:chgData name="Clément ZIANE" userId="aa8721fc-2935-48cf-9afe-91d2e8923272" providerId="ADAL" clId="{10904BE7-204A-454D-8AEB-158130ACA8BD}" dt="2026-01-12T07:35:18.943" v="1228" actId="207"/>
          <ac:spMkLst>
            <pc:docMk/>
            <pc:sldMk cId="2676620019" sldId="299"/>
            <ac:spMk id="7" creationId="{695BD634-E997-63B0-2770-305802161F13}"/>
          </ac:spMkLst>
        </pc:spChg>
        <pc:picChg chg="add mod">
          <ac:chgData name="Clément ZIANE" userId="aa8721fc-2935-48cf-9afe-91d2e8923272" providerId="ADAL" clId="{10904BE7-204A-454D-8AEB-158130ACA8BD}" dt="2026-01-12T07:38:10.905" v="1257" actId="14100"/>
          <ac:picMkLst>
            <pc:docMk/>
            <pc:sldMk cId="2676620019" sldId="299"/>
            <ac:picMk id="6" creationId="{D5E78CBF-609C-654C-CC46-F5AF56B8956F}"/>
          </ac:picMkLst>
        </pc:picChg>
        <pc:picChg chg="del">
          <ac:chgData name="Clément ZIANE" userId="aa8721fc-2935-48cf-9afe-91d2e8923272" providerId="ADAL" clId="{10904BE7-204A-454D-8AEB-158130ACA8BD}" dt="2026-01-12T07:33:15.639" v="1189" actId="478"/>
          <ac:picMkLst>
            <pc:docMk/>
            <pc:sldMk cId="2676620019" sldId="299"/>
            <ac:picMk id="9" creationId="{FEE424B1-CD54-00FC-05FC-0CE828A0D20F}"/>
          </ac:picMkLst>
        </pc:picChg>
        <pc:picChg chg="add mod">
          <ac:chgData name="Clément ZIANE" userId="aa8721fc-2935-48cf-9afe-91d2e8923272" providerId="ADAL" clId="{10904BE7-204A-454D-8AEB-158130ACA8BD}" dt="2026-01-12T07:38:08.479" v="1256" actId="14100"/>
          <ac:picMkLst>
            <pc:docMk/>
            <pc:sldMk cId="2676620019" sldId="299"/>
            <ac:picMk id="10" creationId="{10D22407-FC1C-F189-96ED-04F3237BEE6A}"/>
          </ac:picMkLst>
        </pc:picChg>
      </pc:sldChg>
      <pc:sldChg chg="modSp add del mod ord">
        <pc:chgData name="Clément ZIANE" userId="aa8721fc-2935-48cf-9afe-91d2e8923272" providerId="ADAL" clId="{10904BE7-204A-454D-8AEB-158130ACA8BD}" dt="2026-01-13T07:53:02.199" v="3499" actId="47"/>
        <pc:sldMkLst>
          <pc:docMk/>
          <pc:sldMk cId="612733529" sldId="300"/>
        </pc:sldMkLst>
        <pc:spChg chg="mod">
          <ac:chgData name="Clément ZIANE" userId="aa8721fc-2935-48cf-9afe-91d2e8923272" providerId="ADAL" clId="{10904BE7-204A-454D-8AEB-158130ACA8BD}" dt="2026-01-13T07:52:32.567" v="3498" actId="20577"/>
          <ac:spMkLst>
            <pc:docMk/>
            <pc:sldMk cId="612733529" sldId="300"/>
            <ac:spMk id="4" creationId="{492FD69C-B323-1E87-3EFB-98C999AAD921}"/>
          </ac:spMkLst>
        </pc:spChg>
      </pc:sldChg>
      <pc:sldChg chg="modSp add mod">
        <pc:chgData name="Clément ZIANE" userId="aa8721fc-2935-48cf-9afe-91d2e8923272" providerId="ADAL" clId="{10904BE7-204A-454D-8AEB-158130ACA8BD}" dt="2026-01-13T08:41:02.516" v="4345" actId="207"/>
        <pc:sldMkLst>
          <pc:docMk/>
          <pc:sldMk cId="1809497897" sldId="300"/>
        </pc:sldMkLst>
        <pc:spChg chg="mod">
          <ac:chgData name="Clément ZIANE" userId="aa8721fc-2935-48cf-9afe-91d2e8923272" providerId="ADAL" clId="{10904BE7-204A-454D-8AEB-158130ACA8BD}" dt="2026-01-13T08:41:02.516" v="4345" actId="207"/>
          <ac:spMkLst>
            <pc:docMk/>
            <pc:sldMk cId="1809497897" sldId="300"/>
            <ac:spMk id="7" creationId="{1BA33139-F101-E0E3-D7E4-2BF3D1E6E1DA}"/>
          </ac:spMkLst>
        </pc:spChg>
      </pc:sldChg>
      <pc:sldChg chg="addSp delSp modSp add del mod">
        <pc:chgData name="Clément ZIANE" userId="aa8721fc-2935-48cf-9afe-91d2e8923272" providerId="ADAL" clId="{10904BE7-204A-454D-8AEB-158130ACA8BD}" dt="2026-01-13T06:06:02.024" v="2331" actId="47"/>
        <pc:sldMkLst>
          <pc:docMk/>
          <pc:sldMk cId="3009035363" sldId="300"/>
        </pc:sldMkLst>
        <pc:spChg chg="mod">
          <ac:chgData name="Clément ZIANE" userId="aa8721fc-2935-48cf-9afe-91d2e8923272" providerId="ADAL" clId="{10904BE7-204A-454D-8AEB-158130ACA8BD}" dt="2026-01-12T07:35:45.725" v="1242" actId="20577"/>
          <ac:spMkLst>
            <pc:docMk/>
            <pc:sldMk cId="3009035363" sldId="300"/>
            <ac:spMk id="4" creationId="{0551E792-3926-67D1-BCC0-F9240A10A762}"/>
          </ac:spMkLst>
        </pc:spChg>
        <pc:spChg chg="del">
          <ac:chgData name="Clément ZIANE" userId="aa8721fc-2935-48cf-9afe-91d2e8923272" providerId="ADAL" clId="{10904BE7-204A-454D-8AEB-158130ACA8BD}" dt="2026-01-12T07:35:51.717" v="1244" actId="478"/>
          <ac:spMkLst>
            <pc:docMk/>
            <pc:sldMk cId="3009035363" sldId="300"/>
            <ac:spMk id="5" creationId="{0D346AF2-E39C-7BD1-57B8-E16DE9AE33D6}"/>
          </ac:spMkLst>
        </pc:spChg>
        <pc:spChg chg="del">
          <ac:chgData name="Clément ZIANE" userId="aa8721fc-2935-48cf-9afe-91d2e8923272" providerId="ADAL" clId="{10904BE7-204A-454D-8AEB-158130ACA8BD}" dt="2026-01-12T07:35:49.781" v="1243" actId="478"/>
          <ac:spMkLst>
            <pc:docMk/>
            <pc:sldMk cId="3009035363" sldId="300"/>
            <ac:spMk id="7" creationId="{A89BFB36-C201-4627-453F-D1AF686EF6AE}"/>
          </ac:spMkLst>
        </pc:spChg>
        <pc:graphicFrameChg chg="add mod modGraphic">
          <ac:chgData name="Clément ZIANE" userId="aa8721fc-2935-48cf-9afe-91d2e8923272" providerId="ADAL" clId="{10904BE7-204A-454D-8AEB-158130ACA8BD}" dt="2026-01-12T07:41:11.196" v="1308" actId="2711"/>
          <ac:graphicFrameMkLst>
            <pc:docMk/>
            <pc:sldMk cId="3009035363" sldId="300"/>
            <ac:graphicFrameMk id="6" creationId="{D39B7ACE-664A-68F9-DAAE-9B141AD5FA54}"/>
          </ac:graphicFrameMkLst>
        </pc:graphicFrameChg>
        <pc:picChg chg="del">
          <ac:chgData name="Clément ZIANE" userId="aa8721fc-2935-48cf-9afe-91d2e8923272" providerId="ADAL" clId="{10904BE7-204A-454D-8AEB-158130ACA8BD}" dt="2026-01-12T07:35:53.253" v="1245" actId="478"/>
          <ac:picMkLst>
            <pc:docMk/>
            <pc:sldMk cId="3009035363" sldId="300"/>
            <ac:picMk id="8" creationId="{E4C05A4D-5DE1-DBAE-E7A0-DDAE1D43B58D}"/>
          </ac:picMkLst>
        </pc:picChg>
      </pc:sldChg>
      <pc:sldChg chg="addSp modSp add mod">
        <pc:chgData name="Clément ZIANE" userId="aa8721fc-2935-48cf-9afe-91d2e8923272" providerId="ADAL" clId="{10904BE7-204A-454D-8AEB-158130ACA8BD}" dt="2026-01-13T08:13:48.207" v="4059" actId="20577"/>
        <pc:sldMkLst>
          <pc:docMk/>
          <pc:sldMk cId="851569171" sldId="301"/>
        </pc:sldMkLst>
        <pc:spChg chg="mod">
          <ac:chgData name="Clément ZIANE" userId="aa8721fc-2935-48cf-9afe-91d2e8923272" providerId="ADAL" clId="{10904BE7-204A-454D-8AEB-158130ACA8BD}" dt="2026-01-13T08:13:48.207" v="4059" actId="20577"/>
          <ac:spMkLst>
            <pc:docMk/>
            <pc:sldMk cId="851569171" sldId="301"/>
            <ac:spMk id="4" creationId="{3B08346D-8CC9-F6A6-C635-700E5762E632}"/>
          </ac:spMkLst>
        </pc:spChg>
        <pc:spChg chg="mod">
          <ac:chgData name="Clément ZIANE" userId="aa8721fc-2935-48cf-9afe-91d2e8923272" providerId="ADAL" clId="{10904BE7-204A-454D-8AEB-158130ACA8BD}" dt="2026-01-13T07:56:39.965" v="3569" actId="20577"/>
          <ac:spMkLst>
            <pc:docMk/>
            <pc:sldMk cId="851569171" sldId="301"/>
            <ac:spMk id="7" creationId="{6A666A50-633F-73CC-0286-0C75358EB7AD}"/>
          </ac:spMkLst>
        </pc:spChg>
        <pc:picChg chg="add mod">
          <ac:chgData name="Clément ZIANE" userId="aa8721fc-2935-48cf-9afe-91d2e8923272" providerId="ADAL" clId="{10904BE7-204A-454D-8AEB-158130ACA8BD}" dt="2026-01-13T07:56:52.993" v="3572" actId="1076"/>
          <ac:picMkLst>
            <pc:docMk/>
            <pc:sldMk cId="851569171" sldId="301"/>
            <ac:picMk id="6" creationId="{FA65CA27-9F26-19AD-81A1-643FD209E151}"/>
          </ac:picMkLst>
        </pc:picChg>
      </pc:sldChg>
      <pc:sldChg chg="addSp delSp modSp add del mod">
        <pc:chgData name="Clément ZIANE" userId="aa8721fc-2935-48cf-9afe-91d2e8923272" providerId="ADAL" clId="{10904BE7-204A-454D-8AEB-158130ACA8BD}" dt="2026-01-13T06:06:02.024" v="2331" actId="47"/>
        <pc:sldMkLst>
          <pc:docMk/>
          <pc:sldMk cId="1902643874" sldId="301"/>
        </pc:sldMkLst>
        <pc:spChg chg="mod">
          <ac:chgData name="Clément ZIANE" userId="aa8721fc-2935-48cf-9afe-91d2e8923272" providerId="ADAL" clId="{10904BE7-204A-454D-8AEB-158130ACA8BD}" dt="2026-01-12T07:40:11.013" v="1293" actId="20577"/>
          <ac:spMkLst>
            <pc:docMk/>
            <pc:sldMk cId="1902643874" sldId="301"/>
            <ac:spMk id="4" creationId="{6EA17D9D-0657-FF57-2F7F-BA24FEE1854D}"/>
          </ac:spMkLst>
        </pc:spChg>
        <pc:spChg chg="del">
          <ac:chgData name="Clément ZIANE" userId="aa8721fc-2935-48cf-9afe-91d2e8923272" providerId="ADAL" clId="{10904BE7-204A-454D-8AEB-158130ACA8BD}" dt="2026-01-12T07:40:16.365" v="1294" actId="478"/>
          <ac:spMkLst>
            <pc:docMk/>
            <pc:sldMk cId="1902643874" sldId="301"/>
            <ac:spMk id="7" creationId="{970CE706-114D-00BD-9F09-89FF78AC7E20}"/>
          </ac:spMkLst>
        </pc:spChg>
        <pc:graphicFrameChg chg="add mod modGraphic">
          <ac:chgData name="Clément ZIANE" userId="aa8721fc-2935-48cf-9afe-91d2e8923272" providerId="ADAL" clId="{10904BE7-204A-454D-8AEB-158130ACA8BD}" dt="2026-01-12T07:40:57.998" v="1307" actId="2711"/>
          <ac:graphicFrameMkLst>
            <pc:docMk/>
            <pc:sldMk cId="1902643874" sldId="301"/>
            <ac:graphicFrameMk id="5" creationId="{85BC8847-1BBE-DBEA-1B6F-7A0B4992D7FB}"/>
          </ac:graphicFrameMkLst>
        </pc:graphicFrameChg>
        <pc:picChg chg="del">
          <ac:chgData name="Clément ZIANE" userId="aa8721fc-2935-48cf-9afe-91d2e8923272" providerId="ADAL" clId="{10904BE7-204A-454D-8AEB-158130ACA8BD}" dt="2026-01-12T07:40:18.323" v="1295" actId="478"/>
          <ac:picMkLst>
            <pc:docMk/>
            <pc:sldMk cId="1902643874" sldId="301"/>
            <ac:picMk id="6" creationId="{27311EF2-FC30-9DDF-18E8-B36DCBE40C26}"/>
          </ac:picMkLst>
        </pc:picChg>
        <pc:picChg chg="del">
          <ac:chgData name="Clément ZIANE" userId="aa8721fc-2935-48cf-9afe-91d2e8923272" providerId="ADAL" clId="{10904BE7-204A-454D-8AEB-158130ACA8BD}" dt="2026-01-12T07:40:21.533" v="1296" actId="478"/>
          <ac:picMkLst>
            <pc:docMk/>
            <pc:sldMk cId="1902643874" sldId="301"/>
            <ac:picMk id="10" creationId="{79EF763B-A74B-AD24-9833-0BB0B17031D0}"/>
          </ac:picMkLst>
        </pc:picChg>
      </pc:sldChg>
      <pc:sldChg chg="addSp delSp modSp add mod">
        <pc:chgData name="Clément ZIANE" userId="aa8721fc-2935-48cf-9afe-91d2e8923272" providerId="ADAL" clId="{10904BE7-204A-454D-8AEB-158130ACA8BD}" dt="2026-01-13T08:13:53.901" v="4064" actId="20577"/>
        <pc:sldMkLst>
          <pc:docMk/>
          <pc:sldMk cId="3449120638" sldId="302"/>
        </pc:sldMkLst>
        <pc:spChg chg="mod">
          <ac:chgData name="Clément ZIANE" userId="aa8721fc-2935-48cf-9afe-91d2e8923272" providerId="ADAL" clId="{10904BE7-204A-454D-8AEB-158130ACA8BD}" dt="2026-01-13T08:13:53.901" v="4064" actId="20577"/>
          <ac:spMkLst>
            <pc:docMk/>
            <pc:sldMk cId="3449120638" sldId="302"/>
            <ac:spMk id="4" creationId="{439E9AF0-6B65-898E-F118-10298A7827AA}"/>
          </ac:spMkLst>
        </pc:spChg>
        <pc:spChg chg="mod">
          <ac:chgData name="Clément ZIANE" userId="aa8721fc-2935-48cf-9afe-91d2e8923272" providerId="ADAL" clId="{10904BE7-204A-454D-8AEB-158130ACA8BD}" dt="2026-01-13T08:07:25.772" v="3783" actId="15"/>
          <ac:spMkLst>
            <pc:docMk/>
            <pc:sldMk cId="3449120638" sldId="302"/>
            <ac:spMk id="7" creationId="{616F5C43-F8E6-7FD8-96C3-1B7EBBA967BA}"/>
          </ac:spMkLst>
        </pc:spChg>
        <pc:picChg chg="del">
          <ac:chgData name="Clément ZIANE" userId="aa8721fc-2935-48cf-9afe-91d2e8923272" providerId="ADAL" clId="{10904BE7-204A-454D-8AEB-158130ACA8BD}" dt="2026-01-13T07:57:36.499" v="3585" actId="478"/>
          <ac:picMkLst>
            <pc:docMk/>
            <pc:sldMk cId="3449120638" sldId="302"/>
            <ac:picMk id="6" creationId="{3959A64E-3ABF-EC42-4217-32992BFC0A2B}"/>
          </ac:picMkLst>
        </pc:picChg>
        <pc:picChg chg="add mod">
          <ac:chgData name="Clément ZIANE" userId="aa8721fc-2935-48cf-9afe-91d2e8923272" providerId="ADAL" clId="{10904BE7-204A-454D-8AEB-158130ACA8BD}" dt="2026-01-13T07:58:07.885" v="3590" actId="1076"/>
          <ac:picMkLst>
            <pc:docMk/>
            <pc:sldMk cId="3449120638" sldId="302"/>
            <ac:picMk id="8" creationId="{E5631C0A-C3FE-B8AA-21C2-C1A8140076B1}"/>
          </ac:picMkLst>
        </pc:picChg>
      </pc:sldChg>
      <pc:sldChg chg="addSp delSp modSp add del mod ord">
        <pc:chgData name="Clément ZIANE" userId="aa8721fc-2935-48cf-9afe-91d2e8923272" providerId="ADAL" clId="{10904BE7-204A-454D-8AEB-158130ACA8BD}" dt="2026-01-13T06:06:02.024" v="2331" actId="47"/>
        <pc:sldMkLst>
          <pc:docMk/>
          <pc:sldMk cId="4070553852" sldId="302"/>
        </pc:sldMkLst>
        <pc:spChg chg="mod">
          <ac:chgData name="Clément ZIANE" userId="aa8721fc-2935-48cf-9afe-91d2e8923272" providerId="ADAL" clId="{10904BE7-204A-454D-8AEB-158130ACA8BD}" dt="2026-01-12T07:43:04.940" v="1312"/>
          <ac:spMkLst>
            <pc:docMk/>
            <pc:sldMk cId="4070553852" sldId="302"/>
            <ac:spMk id="4" creationId="{18C5D6A2-460A-865C-23D4-62C1ED4889A6}"/>
          </ac:spMkLst>
        </pc:spChg>
        <pc:spChg chg="add mod">
          <ac:chgData name="Clément ZIANE" userId="aa8721fc-2935-48cf-9afe-91d2e8923272" providerId="ADAL" clId="{10904BE7-204A-454D-8AEB-158130ACA8BD}" dt="2026-01-12T07:47:43.593" v="1509" actId="20577"/>
          <ac:spMkLst>
            <pc:docMk/>
            <pc:sldMk cId="4070553852" sldId="302"/>
            <ac:spMk id="5" creationId="{35562047-B6F6-7182-E5F5-0B1CDB2F0172}"/>
          </ac:spMkLst>
        </pc:spChg>
        <pc:spChg chg="mod">
          <ac:chgData name="Clément ZIANE" userId="aa8721fc-2935-48cf-9afe-91d2e8923272" providerId="ADAL" clId="{10904BE7-204A-454D-8AEB-158130ACA8BD}" dt="2026-01-12T07:45:20.013" v="1371" actId="20577"/>
          <ac:spMkLst>
            <pc:docMk/>
            <pc:sldMk cId="4070553852" sldId="302"/>
            <ac:spMk id="7" creationId="{FB448B05-9EE3-3F53-CE74-F64877F5FE73}"/>
          </ac:spMkLst>
        </pc:spChg>
        <pc:picChg chg="add mod">
          <ac:chgData name="Clément ZIANE" userId="aa8721fc-2935-48cf-9afe-91d2e8923272" providerId="ADAL" clId="{10904BE7-204A-454D-8AEB-158130ACA8BD}" dt="2026-01-12T07:48:34.953" v="1514" actId="1076"/>
          <ac:picMkLst>
            <pc:docMk/>
            <pc:sldMk cId="4070553852" sldId="302"/>
            <ac:picMk id="8" creationId="{546D31B5-9E35-FAB9-905D-9826FFAA066A}"/>
          </ac:picMkLst>
        </pc:picChg>
        <pc:picChg chg="del">
          <ac:chgData name="Clément ZIANE" userId="aa8721fc-2935-48cf-9afe-91d2e8923272" providerId="ADAL" clId="{10904BE7-204A-454D-8AEB-158130ACA8BD}" dt="2026-01-12T07:43:16.088" v="1313" actId="478"/>
          <ac:picMkLst>
            <pc:docMk/>
            <pc:sldMk cId="4070553852" sldId="302"/>
            <ac:picMk id="9" creationId="{519772AA-DC37-70CB-61D8-3257AB18D071}"/>
          </ac:picMkLst>
        </pc:picChg>
        <pc:picChg chg="add mod">
          <ac:chgData name="Clément ZIANE" userId="aa8721fc-2935-48cf-9afe-91d2e8923272" providerId="ADAL" clId="{10904BE7-204A-454D-8AEB-158130ACA8BD}" dt="2026-01-12T07:48:53.249" v="1518" actId="14100"/>
          <ac:picMkLst>
            <pc:docMk/>
            <pc:sldMk cId="4070553852" sldId="302"/>
            <ac:picMk id="11" creationId="{E98C23E5-F847-288C-DB0B-DA07D1FE60B3}"/>
          </ac:picMkLst>
        </pc:picChg>
      </pc:sldChg>
      <pc:sldChg chg="addSp delSp modSp add mod">
        <pc:chgData name="Clément ZIANE" userId="aa8721fc-2935-48cf-9afe-91d2e8923272" providerId="ADAL" clId="{10904BE7-204A-454D-8AEB-158130ACA8BD}" dt="2026-01-13T08:14:06.540" v="4079" actId="20577"/>
        <pc:sldMkLst>
          <pc:docMk/>
          <pc:sldMk cId="510791201" sldId="303"/>
        </pc:sldMkLst>
        <pc:spChg chg="mod">
          <ac:chgData name="Clément ZIANE" userId="aa8721fc-2935-48cf-9afe-91d2e8923272" providerId="ADAL" clId="{10904BE7-204A-454D-8AEB-158130ACA8BD}" dt="2026-01-13T08:14:06.540" v="4079" actId="20577"/>
          <ac:spMkLst>
            <pc:docMk/>
            <pc:sldMk cId="510791201" sldId="303"/>
            <ac:spMk id="4" creationId="{E9A4ED78-5B2D-99DD-C3BA-654A952CC057}"/>
          </ac:spMkLst>
        </pc:spChg>
        <pc:spChg chg="mod">
          <ac:chgData name="Clément ZIANE" userId="aa8721fc-2935-48cf-9afe-91d2e8923272" providerId="ADAL" clId="{10904BE7-204A-454D-8AEB-158130ACA8BD}" dt="2026-01-13T08:07:50.212" v="3786" actId="2711"/>
          <ac:spMkLst>
            <pc:docMk/>
            <pc:sldMk cId="510791201" sldId="303"/>
            <ac:spMk id="7" creationId="{C25B051B-4760-CC95-73CB-CD71A7E0FACD}"/>
          </ac:spMkLst>
        </pc:spChg>
        <pc:picChg chg="add mod">
          <ac:chgData name="Clément ZIANE" userId="aa8721fc-2935-48cf-9afe-91d2e8923272" providerId="ADAL" clId="{10904BE7-204A-454D-8AEB-158130ACA8BD}" dt="2026-01-13T08:01:10.979" v="3625" actId="1076"/>
          <ac:picMkLst>
            <pc:docMk/>
            <pc:sldMk cId="510791201" sldId="303"/>
            <ac:picMk id="6" creationId="{2D8BBF70-BC10-A444-50AB-E8F76E4D18FC}"/>
          </ac:picMkLst>
        </pc:picChg>
        <pc:picChg chg="del">
          <ac:chgData name="Clément ZIANE" userId="aa8721fc-2935-48cf-9afe-91d2e8923272" providerId="ADAL" clId="{10904BE7-204A-454D-8AEB-158130ACA8BD}" dt="2026-01-13T08:01:03.402" v="3622" actId="478"/>
          <ac:picMkLst>
            <pc:docMk/>
            <pc:sldMk cId="510791201" sldId="303"/>
            <ac:picMk id="8" creationId="{A67F3D54-2213-F6DC-3198-07DBAF08D083}"/>
          </ac:picMkLst>
        </pc:picChg>
      </pc:sldChg>
      <pc:sldChg chg="addSp delSp modSp add del mod">
        <pc:chgData name="Clément ZIANE" userId="aa8721fc-2935-48cf-9afe-91d2e8923272" providerId="ADAL" clId="{10904BE7-204A-454D-8AEB-158130ACA8BD}" dt="2026-01-13T06:06:02.024" v="2331" actId="47"/>
        <pc:sldMkLst>
          <pc:docMk/>
          <pc:sldMk cId="2746616006" sldId="303"/>
        </pc:sldMkLst>
        <pc:spChg chg="mod">
          <ac:chgData name="Clément ZIANE" userId="aa8721fc-2935-48cf-9afe-91d2e8923272" providerId="ADAL" clId="{10904BE7-204A-454D-8AEB-158130ACA8BD}" dt="2026-01-12T07:50:29.681" v="1532" actId="20577"/>
          <ac:spMkLst>
            <pc:docMk/>
            <pc:sldMk cId="2746616006" sldId="303"/>
            <ac:spMk id="4" creationId="{7195E9D9-C402-7207-0D55-1F81BFC9861B}"/>
          </ac:spMkLst>
        </pc:spChg>
        <pc:spChg chg="del">
          <ac:chgData name="Clément ZIANE" userId="aa8721fc-2935-48cf-9afe-91d2e8923272" providerId="ADAL" clId="{10904BE7-204A-454D-8AEB-158130ACA8BD}" dt="2026-01-12T07:50:44.419" v="1535" actId="478"/>
          <ac:spMkLst>
            <pc:docMk/>
            <pc:sldMk cId="2746616006" sldId="303"/>
            <ac:spMk id="5" creationId="{CE998040-1323-8BD9-A31A-876976D16DEA}"/>
          </ac:spMkLst>
        </pc:spChg>
        <pc:spChg chg="mod">
          <ac:chgData name="Clément ZIANE" userId="aa8721fc-2935-48cf-9afe-91d2e8923272" providerId="ADAL" clId="{10904BE7-204A-454D-8AEB-158130ACA8BD}" dt="2026-01-12T07:52:06.180" v="1548" actId="207"/>
          <ac:spMkLst>
            <pc:docMk/>
            <pc:sldMk cId="2746616006" sldId="303"/>
            <ac:spMk id="7" creationId="{4B251C2A-6E22-242B-3729-A640A5E868CF}"/>
          </ac:spMkLst>
        </pc:spChg>
        <pc:picChg chg="del">
          <ac:chgData name="Clément ZIANE" userId="aa8721fc-2935-48cf-9afe-91d2e8923272" providerId="ADAL" clId="{10904BE7-204A-454D-8AEB-158130ACA8BD}" dt="2026-01-12T07:50:35.852" v="1533" actId="478"/>
          <ac:picMkLst>
            <pc:docMk/>
            <pc:sldMk cId="2746616006" sldId="303"/>
            <ac:picMk id="8" creationId="{D93C7260-C3EF-858C-97FE-82C849EA284E}"/>
          </ac:picMkLst>
        </pc:picChg>
        <pc:picChg chg="add mod">
          <ac:chgData name="Clément ZIANE" userId="aa8721fc-2935-48cf-9afe-91d2e8923272" providerId="ADAL" clId="{10904BE7-204A-454D-8AEB-158130ACA8BD}" dt="2026-01-12T07:53:23.570" v="1568" actId="14100"/>
          <ac:picMkLst>
            <pc:docMk/>
            <pc:sldMk cId="2746616006" sldId="303"/>
            <ac:picMk id="9" creationId="{7CA59FE2-A35D-B5E1-A826-C102EC045B11}"/>
          </ac:picMkLst>
        </pc:picChg>
        <pc:picChg chg="del">
          <ac:chgData name="Clément ZIANE" userId="aa8721fc-2935-48cf-9afe-91d2e8923272" providerId="ADAL" clId="{10904BE7-204A-454D-8AEB-158130ACA8BD}" dt="2026-01-12T07:50:36.413" v="1534" actId="478"/>
          <ac:picMkLst>
            <pc:docMk/>
            <pc:sldMk cId="2746616006" sldId="303"/>
            <ac:picMk id="11" creationId="{48DE79D7-2A14-6A09-6310-4207FA73B4F8}"/>
          </ac:picMkLst>
        </pc:picChg>
        <pc:picChg chg="add mod">
          <ac:chgData name="Clément ZIANE" userId="aa8721fc-2935-48cf-9afe-91d2e8923272" providerId="ADAL" clId="{10904BE7-204A-454D-8AEB-158130ACA8BD}" dt="2026-01-12T07:53:36.037" v="1571" actId="1076"/>
          <ac:picMkLst>
            <pc:docMk/>
            <pc:sldMk cId="2746616006" sldId="303"/>
            <ac:picMk id="12" creationId="{2B6A62FD-BBCD-681D-3DF6-A710430BF351}"/>
          </ac:picMkLst>
        </pc:picChg>
      </pc:sldChg>
      <pc:sldChg chg="addSp modSp add del mod">
        <pc:chgData name="Clément ZIANE" userId="aa8721fc-2935-48cf-9afe-91d2e8923272" providerId="ADAL" clId="{10904BE7-204A-454D-8AEB-158130ACA8BD}" dt="2026-01-13T06:06:02.024" v="2331" actId="47"/>
        <pc:sldMkLst>
          <pc:docMk/>
          <pc:sldMk cId="2725094020" sldId="304"/>
        </pc:sldMkLst>
        <pc:spChg chg="mod">
          <ac:chgData name="Clément ZIANE" userId="aa8721fc-2935-48cf-9afe-91d2e8923272" providerId="ADAL" clId="{10904BE7-204A-454D-8AEB-158130ACA8BD}" dt="2026-01-12T07:53:42.367" v="1572" actId="20577"/>
          <ac:spMkLst>
            <pc:docMk/>
            <pc:sldMk cId="2725094020" sldId="304"/>
            <ac:spMk id="4" creationId="{9758692B-F668-1A83-E349-2EE95BA9F000}"/>
          </ac:spMkLst>
        </pc:spChg>
        <pc:spChg chg="mod">
          <ac:chgData name="Clément ZIANE" userId="aa8721fc-2935-48cf-9afe-91d2e8923272" providerId="ADAL" clId="{10904BE7-204A-454D-8AEB-158130ACA8BD}" dt="2026-01-12T07:55:23.060" v="1588"/>
          <ac:spMkLst>
            <pc:docMk/>
            <pc:sldMk cId="2725094020" sldId="304"/>
            <ac:spMk id="7" creationId="{C61EF035-E0AA-00CC-5AAB-A5E07DDFA92A}"/>
          </ac:spMkLst>
        </pc:spChg>
        <pc:picChg chg="add mod">
          <ac:chgData name="Clément ZIANE" userId="aa8721fc-2935-48cf-9afe-91d2e8923272" providerId="ADAL" clId="{10904BE7-204A-454D-8AEB-158130ACA8BD}" dt="2026-01-12T07:56:46.639" v="1592" actId="1076"/>
          <ac:picMkLst>
            <pc:docMk/>
            <pc:sldMk cId="2725094020" sldId="304"/>
            <ac:picMk id="6" creationId="{2F3D59BF-A864-7A35-73E8-272AEAF95C50}"/>
          </ac:picMkLst>
        </pc:picChg>
      </pc:sldChg>
      <pc:sldChg chg="addSp delSp modSp add mod">
        <pc:chgData name="Clément ZIANE" userId="aa8721fc-2935-48cf-9afe-91d2e8923272" providerId="ADAL" clId="{10904BE7-204A-454D-8AEB-158130ACA8BD}" dt="2026-01-13T08:14:24.043" v="4091" actId="20577"/>
        <pc:sldMkLst>
          <pc:docMk/>
          <pc:sldMk cId="3544723616" sldId="304"/>
        </pc:sldMkLst>
        <pc:spChg chg="mod">
          <ac:chgData name="Clément ZIANE" userId="aa8721fc-2935-48cf-9afe-91d2e8923272" providerId="ADAL" clId="{10904BE7-204A-454D-8AEB-158130ACA8BD}" dt="2026-01-13T08:14:24.043" v="4091" actId="20577"/>
          <ac:spMkLst>
            <pc:docMk/>
            <pc:sldMk cId="3544723616" sldId="304"/>
            <ac:spMk id="4" creationId="{17C1698A-3713-76CA-3432-C58C5A9CE5B3}"/>
          </ac:spMkLst>
        </pc:spChg>
        <pc:spChg chg="mod">
          <ac:chgData name="Clément ZIANE" userId="aa8721fc-2935-48cf-9afe-91d2e8923272" providerId="ADAL" clId="{10904BE7-204A-454D-8AEB-158130ACA8BD}" dt="2026-01-13T08:04:29.320" v="3733" actId="1076"/>
          <ac:spMkLst>
            <pc:docMk/>
            <pc:sldMk cId="3544723616" sldId="304"/>
            <ac:spMk id="7" creationId="{9636647B-9ADC-CE05-D192-B69B7CC85985}"/>
          </ac:spMkLst>
        </pc:spChg>
        <pc:picChg chg="del">
          <ac:chgData name="Clément ZIANE" userId="aa8721fc-2935-48cf-9afe-91d2e8923272" providerId="ADAL" clId="{10904BE7-204A-454D-8AEB-158130ACA8BD}" dt="2026-01-13T08:04:16.583" v="3729" actId="478"/>
          <ac:picMkLst>
            <pc:docMk/>
            <pc:sldMk cId="3544723616" sldId="304"/>
            <ac:picMk id="6" creationId="{3426CA77-C399-3CDF-CFDE-FE76CA62E1E4}"/>
          </ac:picMkLst>
        </pc:picChg>
        <pc:picChg chg="add mod">
          <ac:chgData name="Clément ZIANE" userId="aa8721fc-2935-48cf-9afe-91d2e8923272" providerId="ADAL" clId="{10904BE7-204A-454D-8AEB-158130ACA8BD}" dt="2026-01-13T08:04:52.620" v="3739" actId="14100"/>
          <ac:picMkLst>
            <pc:docMk/>
            <pc:sldMk cId="3544723616" sldId="304"/>
            <ac:picMk id="8" creationId="{436F7586-FFB8-64A2-9B00-F73948260E5F}"/>
          </ac:picMkLst>
        </pc:picChg>
        <pc:picChg chg="add mod">
          <ac:chgData name="Clément ZIANE" userId="aa8721fc-2935-48cf-9afe-91d2e8923272" providerId="ADAL" clId="{10904BE7-204A-454D-8AEB-158130ACA8BD}" dt="2026-01-13T08:04:40.964" v="3737" actId="1076"/>
          <ac:picMkLst>
            <pc:docMk/>
            <pc:sldMk cId="3544723616" sldId="304"/>
            <ac:picMk id="10" creationId="{C55116C0-7086-4523-5B2E-7658D0F1E7E6}"/>
          </ac:picMkLst>
        </pc:picChg>
        <pc:picChg chg="add mod">
          <ac:chgData name="Clément ZIANE" userId="aa8721fc-2935-48cf-9afe-91d2e8923272" providerId="ADAL" clId="{10904BE7-204A-454D-8AEB-158130ACA8BD}" dt="2026-01-13T08:05:03.634" v="3742" actId="14100"/>
          <ac:picMkLst>
            <pc:docMk/>
            <pc:sldMk cId="3544723616" sldId="304"/>
            <ac:picMk id="12" creationId="{75B19E1B-36C9-DD3F-2759-6D5F3D36E7D7}"/>
          </ac:picMkLst>
        </pc:picChg>
      </pc:sldChg>
      <pc:sldChg chg="addSp modSp add del mod">
        <pc:chgData name="Clément ZIANE" userId="aa8721fc-2935-48cf-9afe-91d2e8923272" providerId="ADAL" clId="{10904BE7-204A-454D-8AEB-158130ACA8BD}" dt="2026-01-13T06:06:02.024" v="2331" actId="47"/>
        <pc:sldMkLst>
          <pc:docMk/>
          <pc:sldMk cId="135109813" sldId="305"/>
        </pc:sldMkLst>
        <pc:spChg chg="mod">
          <ac:chgData name="Clément ZIANE" userId="aa8721fc-2935-48cf-9afe-91d2e8923272" providerId="ADAL" clId="{10904BE7-204A-454D-8AEB-158130ACA8BD}" dt="2026-01-12T07:59:45.671" v="1620" actId="5793"/>
          <ac:spMkLst>
            <pc:docMk/>
            <pc:sldMk cId="135109813" sldId="305"/>
            <ac:spMk id="4" creationId="{7C1AA3E3-CE43-3B68-217A-789FE55E13D3}"/>
          </ac:spMkLst>
        </pc:spChg>
        <pc:spChg chg="mod">
          <ac:chgData name="Clément ZIANE" userId="aa8721fc-2935-48cf-9afe-91d2e8923272" providerId="ADAL" clId="{10904BE7-204A-454D-8AEB-158130ACA8BD}" dt="2026-01-12T08:04:35.801" v="1706" actId="12"/>
          <ac:spMkLst>
            <pc:docMk/>
            <pc:sldMk cId="135109813" sldId="305"/>
            <ac:spMk id="7" creationId="{998FCA5A-0FEB-6397-7390-910C8C4D7DD5}"/>
          </ac:spMkLst>
        </pc:spChg>
        <pc:picChg chg="add mod">
          <ac:chgData name="Clément ZIANE" userId="aa8721fc-2935-48cf-9afe-91d2e8923272" providerId="ADAL" clId="{10904BE7-204A-454D-8AEB-158130ACA8BD}" dt="2026-01-12T07:59:20.620" v="1612" actId="1076"/>
          <ac:picMkLst>
            <pc:docMk/>
            <pc:sldMk cId="135109813" sldId="305"/>
            <ac:picMk id="6" creationId="{8F5F1317-981A-74BA-05AB-D2474E96E2E4}"/>
          </ac:picMkLst>
        </pc:picChg>
        <pc:picChg chg="add mod">
          <ac:chgData name="Clément ZIANE" userId="aa8721fc-2935-48cf-9afe-91d2e8923272" providerId="ADAL" clId="{10904BE7-204A-454D-8AEB-158130ACA8BD}" dt="2026-01-12T07:59:37.814" v="1616" actId="1076"/>
          <ac:picMkLst>
            <pc:docMk/>
            <pc:sldMk cId="135109813" sldId="305"/>
            <ac:picMk id="9" creationId="{F209296D-015A-1E56-D13C-A1D512FF2544}"/>
          </ac:picMkLst>
        </pc:picChg>
      </pc:sldChg>
      <pc:sldChg chg="addSp delSp modSp add mod">
        <pc:chgData name="Clément ZIANE" userId="aa8721fc-2935-48cf-9afe-91d2e8923272" providerId="ADAL" clId="{10904BE7-204A-454D-8AEB-158130ACA8BD}" dt="2026-01-13T08:14:00.619" v="4069" actId="20577"/>
        <pc:sldMkLst>
          <pc:docMk/>
          <pc:sldMk cId="1187431384" sldId="305"/>
        </pc:sldMkLst>
        <pc:spChg chg="mod">
          <ac:chgData name="Clément ZIANE" userId="aa8721fc-2935-48cf-9afe-91d2e8923272" providerId="ADAL" clId="{10904BE7-204A-454D-8AEB-158130ACA8BD}" dt="2026-01-13T08:14:00.619" v="4069" actId="20577"/>
          <ac:spMkLst>
            <pc:docMk/>
            <pc:sldMk cId="1187431384" sldId="305"/>
            <ac:spMk id="4" creationId="{51D1B10D-26C9-4184-8CDA-A76C3A7EBB1D}"/>
          </ac:spMkLst>
        </pc:spChg>
        <pc:spChg chg="mod">
          <ac:chgData name="Clément ZIANE" userId="aa8721fc-2935-48cf-9afe-91d2e8923272" providerId="ADAL" clId="{10904BE7-204A-454D-8AEB-158130ACA8BD}" dt="2026-01-13T08:06:26.487" v="3778" actId="20577"/>
          <ac:spMkLst>
            <pc:docMk/>
            <pc:sldMk cId="1187431384" sldId="305"/>
            <ac:spMk id="7" creationId="{C7169AED-5AC4-86BD-1E64-A0A7592943D4}"/>
          </ac:spMkLst>
        </pc:spChg>
        <pc:picChg chg="add mod">
          <ac:chgData name="Clément ZIANE" userId="aa8721fc-2935-48cf-9afe-91d2e8923272" providerId="ADAL" clId="{10904BE7-204A-454D-8AEB-158130ACA8BD}" dt="2026-01-13T08:07:13.169" v="3781" actId="14100"/>
          <ac:picMkLst>
            <pc:docMk/>
            <pc:sldMk cId="1187431384" sldId="305"/>
            <ac:picMk id="6" creationId="{7DD9FAB0-3CCB-FEC1-6379-4AB723D52BB0}"/>
          </ac:picMkLst>
        </pc:picChg>
        <pc:picChg chg="del">
          <ac:chgData name="Clément ZIANE" userId="aa8721fc-2935-48cf-9afe-91d2e8923272" providerId="ADAL" clId="{10904BE7-204A-454D-8AEB-158130ACA8BD}" dt="2026-01-13T08:06:53.485" v="3779" actId="478"/>
          <ac:picMkLst>
            <pc:docMk/>
            <pc:sldMk cId="1187431384" sldId="305"/>
            <ac:picMk id="8" creationId="{095EF15C-B328-93CC-F4D1-73403E56E62D}"/>
          </ac:picMkLst>
        </pc:picChg>
      </pc:sldChg>
      <pc:sldChg chg="addSp delSp modSp add mod">
        <pc:chgData name="Clément ZIANE" userId="aa8721fc-2935-48cf-9afe-91d2e8923272" providerId="ADAL" clId="{10904BE7-204A-454D-8AEB-158130ACA8BD}" dt="2026-01-13T08:14:34.831" v="4097" actId="20577"/>
        <pc:sldMkLst>
          <pc:docMk/>
          <pc:sldMk cId="1747080120" sldId="306"/>
        </pc:sldMkLst>
        <pc:spChg chg="mod">
          <ac:chgData name="Clément ZIANE" userId="aa8721fc-2935-48cf-9afe-91d2e8923272" providerId="ADAL" clId="{10904BE7-204A-454D-8AEB-158130ACA8BD}" dt="2026-01-13T08:14:34.831" v="4097" actId="20577"/>
          <ac:spMkLst>
            <pc:docMk/>
            <pc:sldMk cId="1747080120" sldId="306"/>
            <ac:spMk id="4" creationId="{559DE74F-461B-C92D-FC76-54EAC8CB05F1}"/>
          </ac:spMkLst>
        </pc:spChg>
        <pc:spChg chg="mod">
          <ac:chgData name="Clément ZIANE" userId="aa8721fc-2935-48cf-9afe-91d2e8923272" providerId="ADAL" clId="{10904BE7-204A-454D-8AEB-158130ACA8BD}" dt="2026-01-13T08:11:17.424" v="3896" actId="12"/>
          <ac:spMkLst>
            <pc:docMk/>
            <pc:sldMk cId="1747080120" sldId="306"/>
            <ac:spMk id="7" creationId="{1D6A2531-8690-232B-62E5-C081956BB9D6}"/>
          </ac:spMkLst>
        </pc:spChg>
        <pc:picChg chg="add mod">
          <ac:chgData name="Clément ZIANE" userId="aa8721fc-2935-48cf-9afe-91d2e8923272" providerId="ADAL" clId="{10904BE7-204A-454D-8AEB-158130ACA8BD}" dt="2026-01-13T08:10:07.616" v="3879" actId="1076"/>
          <ac:picMkLst>
            <pc:docMk/>
            <pc:sldMk cId="1747080120" sldId="306"/>
            <ac:picMk id="6" creationId="{BACCE8EC-5648-E7DB-2938-E14C79260D38}"/>
          </ac:picMkLst>
        </pc:picChg>
        <pc:picChg chg="del">
          <ac:chgData name="Clément ZIANE" userId="aa8721fc-2935-48cf-9afe-91d2e8923272" providerId="ADAL" clId="{10904BE7-204A-454D-8AEB-158130ACA8BD}" dt="2026-01-13T08:08:29.091" v="3828" actId="478"/>
          <ac:picMkLst>
            <pc:docMk/>
            <pc:sldMk cId="1747080120" sldId="306"/>
            <ac:picMk id="8" creationId="{8B62DC95-3328-811F-4898-29F54D4C544D}"/>
          </ac:picMkLst>
        </pc:picChg>
        <pc:picChg chg="del">
          <ac:chgData name="Clément ZIANE" userId="aa8721fc-2935-48cf-9afe-91d2e8923272" providerId="ADAL" clId="{10904BE7-204A-454D-8AEB-158130ACA8BD}" dt="2026-01-13T08:08:30.290" v="3829" actId="478"/>
          <ac:picMkLst>
            <pc:docMk/>
            <pc:sldMk cId="1747080120" sldId="306"/>
            <ac:picMk id="10" creationId="{F4271BB8-0F3E-42F5-6D4A-581639F89C38}"/>
          </ac:picMkLst>
        </pc:picChg>
        <pc:picChg chg="add mod">
          <ac:chgData name="Clément ZIANE" userId="aa8721fc-2935-48cf-9afe-91d2e8923272" providerId="ADAL" clId="{10904BE7-204A-454D-8AEB-158130ACA8BD}" dt="2026-01-13T08:11:13.661" v="3895" actId="1076"/>
          <ac:picMkLst>
            <pc:docMk/>
            <pc:sldMk cId="1747080120" sldId="306"/>
            <ac:picMk id="11" creationId="{524F1591-8D0D-23E8-F0A1-189A6C9291BF}"/>
          </ac:picMkLst>
        </pc:picChg>
        <pc:picChg chg="del">
          <ac:chgData name="Clément ZIANE" userId="aa8721fc-2935-48cf-9afe-91d2e8923272" providerId="ADAL" clId="{10904BE7-204A-454D-8AEB-158130ACA8BD}" dt="2026-01-13T08:08:31.581" v="3830" actId="478"/>
          <ac:picMkLst>
            <pc:docMk/>
            <pc:sldMk cId="1747080120" sldId="306"/>
            <ac:picMk id="12" creationId="{5D1C5DA3-856C-94D5-AC6A-2DE5BBDD9A8E}"/>
          </ac:picMkLst>
        </pc:picChg>
      </pc:sldChg>
      <pc:sldChg chg="addSp delSp modSp add del mod ord">
        <pc:chgData name="Clément ZIANE" userId="aa8721fc-2935-48cf-9afe-91d2e8923272" providerId="ADAL" clId="{10904BE7-204A-454D-8AEB-158130ACA8BD}" dt="2026-01-13T06:06:02.024" v="2331" actId="47"/>
        <pc:sldMkLst>
          <pc:docMk/>
          <pc:sldMk cId="2271567393" sldId="306"/>
        </pc:sldMkLst>
        <pc:spChg chg="mod">
          <ac:chgData name="Clément ZIANE" userId="aa8721fc-2935-48cf-9afe-91d2e8923272" providerId="ADAL" clId="{10904BE7-204A-454D-8AEB-158130ACA8BD}" dt="2026-01-12T08:00:39.440" v="1647"/>
          <ac:spMkLst>
            <pc:docMk/>
            <pc:sldMk cId="2271567393" sldId="306"/>
            <ac:spMk id="4" creationId="{68CA9E7C-19C6-F0B3-AD5F-6EFAE677961F}"/>
          </ac:spMkLst>
        </pc:spChg>
        <pc:spChg chg="del">
          <ac:chgData name="Clément ZIANE" userId="aa8721fc-2935-48cf-9afe-91d2e8923272" providerId="ADAL" clId="{10904BE7-204A-454D-8AEB-158130ACA8BD}" dt="2026-01-12T08:01:09.333" v="1648" actId="478"/>
          <ac:spMkLst>
            <pc:docMk/>
            <pc:sldMk cId="2271567393" sldId="306"/>
            <ac:spMk id="7" creationId="{397CE60D-0D61-7FDE-9506-52A3E93C3B04}"/>
          </ac:spMkLst>
        </pc:spChg>
        <pc:graphicFrameChg chg="add mod modGraphic">
          <ac:chgData name="Clément ZIANE" userId="aa8721fc-2935-48cf-9afe-91d2e8923272" providerId="ADAL" clId="{10904BE7-204A-454D-8AEB-158130ACA8BD}" dt="2026-01-12T08:02:40.240" v="1667" actId="2711"/>
          <ac:graphicFrameMkLst>
            <pc:docMk/>
            <pc:sldMk cId="2271567393" sldId="306"/>
            <ac:graphicFrameMk id="5" creationId="{5D26C118-ADB4-EF5B-6532-10CB71D4FFAC}"/>
          </ac:graphicFrameMkLst>
        </pc:graphicFrameChg>
        <pc:graphicFrameChg chg="add mod modGraphic">
          <ac:chgData name="Clément ZIANE" userId="aa8721fc-2935-48cf-9afe-91d2e8923272" providerId="ADAL" clId="{10904BE7-204A-454D-8AEB-158130ACA8BD}" dt="2026-01-12T08:03:00.007" v="1669" actId="1076"/>
          <ac:graphicFrameMkLst>
            <pc:docMk/>
            <pc:sldMk cId="2271567393" sldId="306"/>
            <ac:graphicFrameMk id="8" creationId="{302B4F51-8BEF-4EC5-3C26-528D2E17A3AD}"/>
          </ac:graphicFrameMkLst>
        </pc:graphicFrameChg>
        <pc:picChg chg="del">
          <ac:chgData name="Clément ZIANE" userId="aa8721fc-2935-48cf-9afe-91d2e8923272" providerId="ADAL" clId="{10904BE7-204A-454D-8AEB-158130ACA8BD}" dt="2026-01-12T08:01:11.702" v="1649" actId="478"/>
          <ac:picMkLst>
            <pc:docMk/>
            <pc:sldMk cId="2271567393" sldId="306"/>
            <ac:picMk id="6" creationId="{4AE80049-6636-7585-908F-7E556B563C2D}"/>
          </ac:picMkLst>
        </pc:picChg>
      </pc:sldChg>
      <pc:sldChg chg="addSp delSp modSp add del mod">
        <pc:chgData name="Clément ZIANE" userId="aa8721fc-2935-48cf-9afe-91d2e8923272" providerId="ADAL" clId="{10904BE7-204A-454D-8AEB-158130ACA8BD}" dt="2026-01-13T06:06:02.024" v="2331" actId="47"/>
        <pc:sldMkLst>
          <pc:docMk/>
          <pc:sldMk cId="1194593054" sldId="307"/>
        </pc:sldMkLst>
        <pc:spChg chg="mod">
          <ac:chgData name="Clément ZIANE" userId="aa8721fc-2935-48cf-9afe-91d2e8923272" providerId="ADAL" clId="{10904BE7-204A-454D-8AEB-158130ACA8BD}" dt="2026-01-12T08:04:12.993" v="1703" actId="20577"/>
          <ac:spMkLst>
            <pc:docMk/>
            <pc:sldMk cId="1194593054" sldId="307"/>
            <ac:spMk id="4" creationId="{20F598FD-52DD-2F39-F305-3BFB39BACAB3}"/>
          </ac:spMkLst>
        </pc:spChg>
        <pc:spChg chg="mod">
          <ac:chgData name="Clément ZIANE" userId="aa8721fc-2935-48cf-9afe-91d2e8923272" providerId="ADAL" clId="{10904BE7-204A-454D-8AEB-158130ACA8BD}" dt="2026-01-12T08:05:53.090" v="1743" actId="113"/>
          <ac:spMkLst>
            <pc:docMk/>
            <pc:sldMk cId="1194593054" sldId="307"/>
            <ac:spMk id="7" creationId="{02B9434B-AA54-2ECC-688D-81A107BDFFA8}"/>
          </ac:spMkLst>
        </pc:spChg>
        <pc:picChg chg="del">
          <ac:chgData name="Clément ZIANE" userId="aa8721fc-2935-48cf-9afe-91d2e8923272" providerId="ADAL" clId="{10904BE7-204A-454D-8AEB-158130ACA8BD}" dt="2026-01-12T08:03:58.312" v="1671" actId="478"/>
          <ac:picMkLst>
            <pc:docMk/>
            <pc:sldMk cId="1194593054" sldId="307"/>
            <ac:picMk id="6" creationId="{C6EF6375-C2B9-0502-B732-436E05120838}"/>
          </ac:picMkLst>
        </pc:picChg>
        <pc:picChg chg="add mod">
          <ac:chgData name="Clément ZIANE" userId="aa8721fc-2935-48cf-9afe-91d2e8923272" providerId="ADAL" clId="{10904BE7-204A-454D-8AEB-158130ACA8BD}" dt="2026-01-12T08:07:21.026" v="1748" actId="14100"/>
          <ac:picMkLst>
            <pc:docMk/>
            <pc:sldMk cId="1194593054" sldId="307"/>
            <ac:picMk id="8" creationId="{BFAEFFF1-BCFE-B6A9-93CF-0059FC60E8CA}"/>
          </ac:picMkLst>
        </pc:picChg>
        <pc:picChg chg="del">
          <ac:chgData name="Clément ZIANE" userId="aa8721fc-2935-48cf-9afe-91d2e8923272" providerId="ADAL" clId="{10904BE7-204A-454D-8AEB-158130ACA8BD}" dt="2026-01-12T08:04:00.575" v="1672" actId="478"/>
          <ac:picMkLst>
            <pc:docMk/>
            <pc:sldMk cId="1194593054" sldId="307"/>
            <ac:picMk id="9" creationId="{3B68B61B-DC2C-B1EA-F27F-B6348EF23CD9}"/>
          </ac:picMkLst>
        </pc:picChg>
        <pc:picChg chg="add mod">
          <ac:chgData name="Clément ZIANE" userId="aa8721fc-2935-48cf-9afe-91d2e8923272" providerId="ADAL" clId="{10904BE7-204A-454D-8AEB-158130ACA8BD}" dt="2026-01-12T08:07:33.012" v="1752" actId="14100"/>
          <ac:picMkLst>
            <pc:docMk/>
            <pc:sldMk cId="1194593054" sldId="307"/>
            <ac:picMk id="11" creationId="{40819CF0-D6F9-B4EE-360F-BB63A69691AE}"/>
          </ac:picMkLst>
        </pc:picChg>
        <pc:picChg chg="add mod">
          <ac:chgData name="Clément ZIANE" userId="aa8721fc-2935-48cf-9afe-91d2e8923272" providerId="ADAL" clId="{10904BE7-204A-454D-8AEB-158130ACA8BD}" dt="2026-01-12T08:07:42.952" v="1755" actId="1076"/>
          <ac:picMkLst>
            <pc:docMk/>
            <pc:sldMk cId="1194593054" sldId="307"/>
            <ac:picMk id="13" creationId="{7F3B004E-C57E-504E-1D1F-1FC4C62B8858}"/>
          </ac:picMkLst>
        </pc:picChg>
        <pc:picChg chg="add mod">
          <ac:chgData name="Clément ZIANE" userId="aa8721fc-2935-48cf-9afe-91d2e8923272" providerId="ADAL" clId="{10904BE7-204A-454D-8AEB-158130ACA8BD}" dt="2026-01-12T08:07:53.108" v="1758" actId="1076"/>
          <ac:picMkLst>
            <pc:docMk/>
            <pc:sldMk cId="1194593054" sldId="307"/>
            <ac:picMk id="15" creationId="{8406B2C5-1DF3-E223-2BF5-7361B10F0511}"/>
          </ac:picMkLst>
        </pc:picChg>
      </pc:sldChg>
      <pc:sldChg chg="addSp delSp modSp add mod">
        <pc:chgData name="Clément ZIANE" userId="aa8721fc-2935-48cf-9afe-91d2e8923272" providerId="ADAL" clId="{10904BE7-204A-454D-8AEB-158130ACA8BD}" dt="2026-01-13T08:14:13.954" v="4085" actId="20577"/>
        <pc:sldMkLst>
          <pc:docMk/>
          <pc:sldMk cId="3272137994" sldId="307"/>
        </pc:sldMkLst>
        <pc:spChg chg="mod">
          <ac:chgData name="Clément ZIANE" userId="aa8721fc-2935-48cf-9afe-91d2e8923272" providerId="ADAL" clId="{10904BE7-204A-454D-8AEB-158130ACA8BD}" dt="2026-01-13T08:14:13.954" v="4085" actId="20577"/>
          <ac:spMkLst>
            <pc:docMk/>
            <pc:sldMk cId="3272137994" sldId="307"/>
            <ac:spMk id="4" creationId="{C7491820-82F9-BAE6-C07A-955AB2128183}"/>
          </ac:spMkLst>
        </pc:spChg>
        <pc:spChg chg="mod">
          <ac:chgData name="Clément ZIANE" userId="aa8721fc-2935-48cf-9afe-91d2e8923272" providerId="ADAL" clId="{10904BE7-204A-454D-8AEB-158130ACA8BD}" dt="2026-01-13T08:13:32.087" v="4048" actId="20577"/>
          <ac:spMkLst>
            <pc:docMk/>
            <pc:sldMk cId="3272137994" sldId="307"/>
            <ac:spMk id="7" creationId="{AEEEDFE4-88E7-6D02-F11F-2C872A20ED4C}"/>
          </ac:spMkLst>
        </pc:spChg>
        <pc:picChg chg="del">
          <ac:chgData name="Clément ZIANE" userId="aa8721fc-2935-48cf-9afe-91d2e8923272" providerId="ADAL" clId="{10904BE7-204A-454D-8AEB-158130ACA8BD}" dt="2026-01-13T08:12:47.681" v="3997" actId="478"/>
          <ac:picMkLst>
            <pc:docMk/>
            <pc:sldMk cId="3272137994" sldId="307"/>
            <ac:picMk id="6" creationId="{74DE1607-3C7D-7A23-2E1F-349846391A0B}"/>
          </ac:picMkLst>
        </pc:picChg>
        <pc:picChg chg="add mod">
          <ac:chgData name="Clément ZIANE" userId="aa8721fc-2935-48cf-9afe-91d2e8923272" providerId="ADAL" clId="{10904BE7-204A-454D-8AEB-158130ACA8BD}" dt="2026-01-13T08:13:05.434" v="4002" actId="1076"/>
          <ac:picMkLst>
            <pc:docMk/>
            <pc:sldMk cId="3272137994" sldId="307"/>
            <ac:picMk id="8" creationId="{219978DB-492D-4A74-7B03-461AD180D7EC}"/>
          </ac:picMkLst>
        </pc:picChg>
      </pc:sldChg>
      <pc:sldChg chg="addSp modSp add del mod">
        <pc:chgData name="Clément ZIANE" userId="aa8721fc-2935-48cf-9afe-91d2e8923272" providerId="ADAL" clId="{10904BE7-204A-454D-8AEB-158130ACA8BD}" dt="2026-01-13T06:06:02.024" v="2331" actId="47"/>
        <pc:sldMkLst>
          <pc:docMk/>
          <pc:sldMk cId="194307803" sldId="308"/>
        </pc:sldMkLst>
        <pc:spChg chg="mod">
          <ac:chgData name="Clément ZIANE" userId="aa8721fc-2935-48cf-9afe-91d2e8923272" providerId="ADAL" clId="{10904BE7-204A-454D-8AEB-158130ACA8BD}" dt="2026-01-12T08:08:10.671" v="1765" actId="20577"/>
          <ac:spMkLst>
            <pc:docMk/>
            <pc:sldMk cId="194307803" sldId="308"/>
            <ac:spMk id="4" creationId="{0901256D-9661-448F-D805-7B086E78D040}"/>
          </ac:spMkLst>
        </pc:spChg>
        <pc:spChg chg="mod">
          <ac:chgData name="Clément ZIANE" userId="aa8721fc-2935-48cf-9afe-91d2e8923272" providerId="ADAL" clId="{10904BE7-204A-454D-8AEB-158130ACA8BD}" dt="2026-01-12T08:09:49.675" v="1819"/>
          <ac:spMkLst>
            <pc:docMk/>
            <pc:sldMk cId="194307803" sldId="308"/>
            <ac:spMk id="7" creationId="{D2A840DF-EE4F-814A-B904-97C184460FF5}"/>
          </ac:spMkLst>
        </pc:spChg>
        <pc:picChg chg="add mod">
          <ac:chgData name="Clément ZIANE" userId="aa8721fc-2935-48cf-9afe-91d2e8923272" providerId="ADAL" clId="{10904BE7-204A-454D-8AEB-158130ACA8BD}" dt="2026-01-12T08:11:12.638" v="1823" actId="14100"/>
          <ac:picMkLst>
            <pc:docMk/>
            <pc:sldMk cId="194307803" sldId="308"/>
            <ac:picMk id="6" creationId="{79A1BD60-A0EB-0C9A-6E28-1310E6DC33D8}"/>
          </ac:picMkLst>
        </pc:picChg>
        <pc:picChg chg="add mod">
          <ac:chgData name="Clément ZIANE" userId="aa8721fc-2935-48cf-9afe-91d2e8923272" providerId="ADAL" clId="{10904BE7-204A-454D-8AEB-158130ACA8BD}" dt="2026-01-12T08:11:25.220" v="1826" actId="14100"/>
          <ac:picMkLst>
            <pc:docMk/>
            <pc:sldMk cId="194307803" sldId="308"/>
            <ac:picMk id="9" creationId="{F83EBEC3-A97C-CE30-78FB-B2031ACFDB5E}"/>
          </ac:picMkLst>
        </pc:picChg>
        <pc:picChg chg="add mod">
          <ac:chgData name="Clément ZIANE" userId="aa8721fc-2935-48cf-9afe-91d2e8923272" providerId="ADAL" clId="{10904BE7-204A-454D-8AEB-158130ACA8BD}" dt="2026-01-12T08:11:37.158" v="1829" actId="1076"/>
          <ac:picMkLst>
            <pc:docMk/>
            <pc:sldMk cId="194307803" sldId="308"/>
            <ac:picMk id="11" creationId="{9A932A04-2829-0124-9F81-18C49629C6C1}"/>
          </ac:picMkLst>
        </pc:picChg>
      </pc:sldChg>
      <pc:sldChg chg="addSp delSp modSp add mod">
        <pc:chgData name="Clément ZIANE" userId="aa8721fc-2935-48cf-9afe-91d2e8923272" providerId="ADAL" clId="{10904BE7-204A-454D-8AEB-158130ACA8BD}" dt="2026-01-13T08:41:28.837" v="4348" actId="115"/>
        <pc:sldMkLst>
          <pc:docMk/>
          <pc:sldMk cId="1413843637" sldId="308"/>
        </pc:sldMkLst>
        <pc:spChg chg="mod">
          <ac:chgData name="Clément ZIANE" userId="aa8721fc-2935-48cf-9afe-91d2e8923272" providerId="ADAL" clId="{10904BE7-204A-454D-8AEB-158130ACA8BD}" dt="2026-01-13T08:15:11.208" v="4110" actId="20577"/>
          <ac:spMkLst>
            <pc:docMk/>
            <pc:sldMk cId="1413843637" sldId="308"/>
            <ac:spMk id="4" creationId="{5E9328CE-8504-1154-A19F-0B253F350E51}"/>
          </ac:spMkLst>
        </pc:spChg>
        <pc:spChg chg="mod">
          <ac:chgData name="Clément ZIANE" userId="aa8721fc-2935-48cf-9afe-91d2e8923272" providerId="ADAL" clId="{10904BE7-204A-454D-8AEB-158130ACA8BD}" dt="2026-01-13T08:41:28.837" v="4348" actId="115"/>
          <ac:spMkLst>
            <pc:docMk/>
            <pc:sldMk cId="1413843637" sldId="308"/>
            <ac:spMk id="7" creationId="{380113C2-3BB3-7906-DE44-4987067D27E5}"/>
          </ac:spMkLst>
        </pc:spChg>
        <pc:picChg chg="add mod">
          <ac:chgData name="Clément ZIANE" userId="aa8721fc-2935-48cf-9afe-91d2e8923272" providerId="ADAL" clId="{10904BE7-204A-454D-8AEB-158130ACA8BD}" dt="2026-01-13T08:17:48.251" v="4133" actId="1076"/>
          <ac:picMkLst>
            <pc:docMk/>
            <pc:sldMk cId="1413843637" sldId="308"/>
            <ac:picMk id="6" creationId="{B4C0AA36-6799-0BED-114F-FEF96CF6C77C}"/>
          </ac:picMkLst>
        </pc:picChg>
        <pc:picChg chg="del">
          <ac:chgData name="Clément ZIANE" userId="aa8721fc-2935-48cf-9afe-91d2e8923272" providerId="ADAL" clId="{10904BE7-204A-454D-8AEB-158130ACA8BD}" dt="2026-01-13T08:15:15.243" v="4111" actId="478"/>
          <ac:picMkLst>
            <pc:docMk/>
            <pc:sldMk cId="1413843637" sldId="308"/>
            <ac:picMk id="8" creationId="{E21FE036-F892-A637-F220-35F658D1C582}"/>
          </ac:picMkLst>
        </pc:picChg>
      </pc:sldChg>
      <pc:sldChg chg="addSp delSp modSp add del mod">
        <pc:chgData name="Clément ZIANE" userId="aa8721fc-2935-48cf-9afe-91d2e8923272" providerId="ADAL" clId="{10904BE7-204A-454D-8AEB-158130ACA8BD}" dt="2026-01-13T06:06:02.024" v="2331" actId="47"/>
        <pc:sldMkLst>
          <pc:docMk/>
          <pc:sldMk cId="1960136149" sldId="309"/>
        </pc:sldMkLst>
        <pc:spChg chg="mod">
          <ac:chgData name="Clément ZIANE" userId="aa8721fc-2935-48cf-9afe-91d2e8923272" providerId="ADAL" clId="{10904BE7-204A-454D-8AEB-158130ACA8BD}" dt="2026-01-12T08:13:12.075" v="1831"/>
          <ac:spMkLst>
            <pc:docMk/>
            <pc:sldMk cId="1960136149" sldId="309"/>
            <ac:spMk id="4" creationId="{BB74D254-39AE-2625-CEE3-E6A5826FFAB3}"/>
          </ac:spMkLst>
        </pc:spChg>
        <pc:spChg chg="mod">
          <ac:chgData name="Clément ZIANE" userId="aa8721fc-2935-48cf-9afe-91d2e8923272" providerId="ADAL" clId="{10904BE7-204A-454D-8AEB-158130ACA8BD}" dt="2026-01-12T08:14:36.535" v="1850" actId="20577"/>
          <ac:spMkLst>
            <pc:docMk/>
            <pc:sldMk cId="1960136149" sldId="309"/>
            <ac:spMk id="7" creationId="{EA4025E0-177F-41E9-66A4-23BCB1DE948D}"/>
          </ac:spMkLst>
        </pc:spChg>
        <pc:spChg chg="add mod">
          <ac:chgData name="Clément ZIANE" userId="aa8721fc-2935-48cf-9afe-91d2e8923272" providerId="ADAL" clId="{10904BE7-204A-454D-8AEB-158130ACA8BD}" dt="2026-01-12T08:17:47.617" v="1903" actId="115"/>
          <ac:spMkLst>
            <pc:docMk/>
            <pc:sldMk cId="1960136149" sldId="309"/>
            <ac:spMk id="16" creationId="{A7FF53ED-9DA8-67B1-72B8-BA2747D71AFB}"/>
          </ac:spMkLst>
        </pc:spChg>
        <pc:graphicFrameChg chg="add mod modGraphic">
          <ac:chgData name="Clément ZIANE" userId="aa8721fc-2935-48cf-9afe-91d2e8923272" providerId="ADAL" clId="{10904BE7-204A-454D-8AEB-158130ACA8BD}" dt="2026-01-12T08:16:41.675" v="1869" actId="1076"/>
          <ac:graphicFrameMkLst>
            <pc:docMk/>
            <pc:sldMk cId="1960136149" sldId="309"/>
            <ac:graphicFrameMk id="15" creationId="{FED3830E-943E-80FD-35DC-3D0881218F66}"/>
          </ac:graphicFrameMkLst>
        </pc:graphicFrameChg>
        <pc:picChg chg="del">
          <ac:chgData name="Clément ZIANE" userId="aa8721fc-2935-48cf-9afe-91d2e8923272" providerId="ADAL" clId="{10904BE7-204A-454D-8AEB-158130ACA8BD}" dt="2026-01-12T08:13:16.332" v="1834" actId="478"/>
          <ac:picMkLst>
            <pc:docMk/>
            <pc:sldMk cId="1960136149" sldId="309"/>
            <ac:picMk id="6" creationId="{F9298A4B-D4D2-C6B3-7875-78AB8597B4F2}"/>
          </ac:picMkLst>
        </pc:picChg>
        <pc:picChg chg="add mod">
          <ac:chgData name="Clément ZIANE" userId="aa8721fc-2935-48cf-9afe-91d2e8923272" providerId="ADAL" clId="{10904BE7-204A-454D-8AEB-158130ACA8BD}" dt="2026-01-12T08:14:47.263" v="1853" actId="1076"/>
          <ac:picMkLst>
            <pc:docMk/>
            <pc:sldMk cId="1960136149" sldId="309"/>
            <ac:picMk id="8" creationId="{2E983550-3135-0DB4-27D0-184918822E60}"/>
          </ac:picMkLst>
        </pc:picChg>
        <pc:picChg chg="del">
          <ac:chgData name="Clément ZIANE" userId="aa8721fc-2935-48cf-9afe-91d2e8923272" providerId="ADAL" clId="{10904BE7-204A-454D-8AEB-158130ACA8BD}" dt="2026-01-12T08:13:15.770" v="1833" actId="478"/>
          <ac:picMkLst>
            <pc:docMk/>
            <pc:sldMk cId="1960136149" sldId="309"/>
            <ac:picMk id="9" creationId="{D75BA4A8-2241-0F35-6649-87C0590621D8}"/>
          </ac:picMkLst>
        </pc:picChg>
        <pc:picChg chg="del">
          <ac:chgData name="Clément ZIANE" userId="aa8721fc-2935-48cf-9afe-91d2e8923272" providerId="ADAL" clId="{10904BE7-204A-454D-8AEB-158130ACA8BD}" dt="2026-01-12T08:13:15.119" v="1832" actId="478"/>
          <ac:picMkLst>
            <pc:docMk/>
            <pc:sldMk cId="1960136149" sldId="309"/>
            <ac:picMk id="11" creationId="{77898E61-21BC-D447-23B6-1C103F3A1A44}"/>
          </ac:picMkLst>
        </pc:picChg>
        <pc:picChg chg="add del mod">
          <ac:chgData name="Clément ZIANE" userId="aa8721fc-2935-48cf-9afe-91d2e8923272" providerId="ADAL" clId="{10904BE7-204A-454D-8AEB-158130ACA8BD}" dt="2026-01-12T08:15:12.986" v="1857" actId="478"/>
          <ac:picMkLst>
            <pc:docMk/>
            <pc:sldMk cId="1960136149" sldId="309"/>
            <ac:picMk id="12" creationId="{47ADA090-3DCC-E96B-1624-0B55BAC97EC1}"/>
          </ac:picMkLst>
        </pc:picChg>
        <pc:picChg chg="add mod">
          <ac:chgData name="Clément ZIANE" userId="aa8721fc-2935-48cf-9afe-91d2e8923272" providerId="ADAL" clId="{10904BE7-204A-454D-8AEB-158130ACA8BD}" dt="2026-01-12T08:15:23.974" v="1860" actId="1076"/>
          <ac:picMkLst>
            <pc:docMk/>
            <pc:sldMk cId="1960136149" sldId="309"/>
            <ac:picMk id="14" creationId="{08F2869A-F7DC-B3DB-D3FE-8CA07C5F71E7}"/>
          </ac:picMkLst>
        </pc:picChg>
      </pc:sldChg>
      <pc:sldChg chg="addSp modSp add mod ord">
        <pc:chgData name="Clément ZIANE" userId="aa8721fc-2935-48cf-9afe-91d2e8923272" providerId="ADAL" clId="{10904BE7-204A-454D-8AEB-158130ACA8BD}" dt="2026-01-13T08:52:16.645" v="4421" actId="207"/>
        <pc:sldMkLst>
          <pc:docMk/>
          <pc:sldMk cId="3874459430" sldId="309"/>
        </pc:sldMkLst>
        <pc:spChg chg="mod">
          <ac:chgData name="Clément ZIANE" userId="aa8721fc-2935-48cf-9afe-91d2e8923272" providerId="ADAL" clId="{10904BE7-204A-454D-8AEB-158130ACA8BD}" dt="2026-01-13T08:18:43.027" v="4137"/>
          <ac:spMkLst>
            <pc:docMk/>
            <pc:sldMk cId="3874459430" sldId="309"/>
            <ac:spMk id="4" creationId="{08954925-6A8D-5348-3E98-7214C58533ED}"/>
          </ac:spMkLst>
        </pc:spChg>
        <pc:spChg chg="mod">
          <ac:chgData name="Clément ZIANE" userId="aa8721fc-2935-48cf-9afe-91d2e8923272" providerId="ADAL" clId="{10904BE7-204A-454D-8AEB-158130ACA8BD}" dt="2026-01-13T08:52:16.645" v="4421" actId="207"/>
          <ac:spMkLst>
            <pc:docMk/>
            <pc:sldMk cId="3874459430" sldId="309"/>
            <ac:spMk id="7" creationId="{AD3A9D9A-622B-D31A-CAFB-F667EE2564E5}"/>
          </ac:spMkLst>
        </pc:spChg>
        <pc:graphicFrameChg chg="add mod modGraphic">
          <ac:chgData name="Clément ZIANE" userId="aa8721fc-2935-48cf-9afe-91d2e8923272" providerId="ADAL" clId="{10904BE7-204A-454D-8AEB-158130ACA8BD}" dt="2026-01-13T08:26:56.291" v="4181" actId="2711"/>
          <ac:graphicFrameMkLst>
            <pc:docMk/>
            <pc:sldMk cId="3874459430" sldId="309"/>
            <ac:graphicFrameMk id="5" creationId="{A962A1D1-C9EF-9B85-7CFD-9B8F53A21078}"/>
          </ac:graphicFrameMkLst>
        </pc:graphicFrameChg>
      </pc:sldChg>
      <pc:sldChg chg="addSp delSp modSp add mod">
        <pc:chgData name="Clément ZIANE" userId="aa8721fc-2935-48cf-9afe-91d2e8923272" providerId="ADAL" clId="{10904BE7-204A-454D-8AEB-158130ACA8BD}" dt="2026-01-13T08:52:19.882" v="4422" actId="207"/>
        <pc:sldMkLst>
          <pc:docMk/>
          <pc:sldMk cId="1437274261" sldId="310"/>
        </pc:sldMkLst>
        <pc:spChg chg="mod">
          <ac:chgData name="Clément ZIANE" userId="aa8721fc-2935-48cf-9afe-91d2e8923272" providerId="ADAL" clId="{10904BE7-204A-454D-8AEB-158130ACA8BD}" dt="2026-01-13T08:18:57.095" v="4141"/>
          <ac:spMkLst>
            <pc:docMk/>
            <pc:sldMk cId="1437274261" sldId="310"/>
            <ac:spMk id="4" creationId="{5DB05C4A-5BB2-D367-ECDF-CA8E257C87DD}"/>
          </ac:spMkLst>
        </pc:spChg>
        <pc:spChg chg="add mod">
          <ac:chgData name="Clément ZIANE" userId="aa8721fc-2935-48cf-9afe-91d2e8923272" providerId="ADAL" clId="{10904BE7-204A-454D-8AEB-158130ACA8BD}" dt="2026-01-13T08:52:19.882" v="4422" actId="207"/>
          <ac:spMkLst>
            <pc:docMk/>
            <pc:sldMk cId="1437274261" sldId="310"/>
            <ac:spMk id="5" creationId="{0D3F14E2-CA2E-79FC-E211-BCED34316429}"/>
          </ac:spMkLst>
        </pc:spChg>
        <pc:spChg chg="del">
          <ac:chgData name="Clément ZIANE" userId="aa8721fc-2935-48cf-9afe-91d2e8923272" providerId="ADAL" clId="{10904BE7-204A-454D-8AEB-158130ACA8BD}" dt="2026-01-13T08:27:16.244" v="4182" actId="478"/>
          <ac:spMkLst>
            <pc:docMk/>
            <pc:sldMk cId="1437274261" sldId="310"/>
            <ac:spMk id="7" creationId="{B82ECA08-540E-A3EA-E3D2-1F6491AF7A3E}"/>
          </ac:spMkLst>
        </pc:spChg>
        <pc:graphicFrameChg chg="add del mod">
          <ac:chgData name="Clément ZIANE" userId="aa8721fc-2935-48cf-9afe-91d2e8923272" providerId="ADAL" clId="{10904BE7-204A-454D-8AEB-158130ACA8BD}" dt="2026-01-13T08:28:55.473" v="4194" actId="478"/>
          <ac:graphicFrameMkLst>
            <pc:docMk/>
            <pc:sldMk cId="1437274261" sldId="310"/>
            <ac:graphicFrameMk id="6" creationId="{F8B5C4DB-98DF-88BE-F8F7-8D204A49E5DF}"/>
          </ac:graphicFrameMkLst>
        </pc:graphicFrameChg>
        <pc:graphicFrameChg chg="add mod">
          <ac:chgData name="Clément ZIANE" userId="aa8721fc-2935-48cf-9afe-91d2e8923272" providerId="ADAL" clId="{10904BE7-204A-454D-8AEB-158130ACA8BD}" dt="2026-01-13T08:28:37.777" v="4192"/>
          <ac:graphicFrameMkLst>
            <pc:docMk/>
            <pc:sldMk cId="1437274261" sldId="310"/>
            <ac:graphicFrameMk id="8" creationId="{EE68A6D1-2833-B70A-D839-D5A9A3E2BE39}"/>
          </ac:graphicFrameMkLst>
        </pc:graphicFrameChg>
        <pc:graphicFrameChg chg="add mod modGraphic">
          <ac:chgData name="Clément ZIANE" userId="aa8721fc-2935-48cf-9afe-91d2e8923272" providerId="ADAL" clId="{10904BE7-204A-454D-8AEB-158130ACA8BD}" dt="2026-01-13T08:29:35.899" v="4204" actId="207"/>
          <ac:graphicFrameMkLst>
            <pc:docMk/>
            <pc:sldMk cId="1437274261" sldId="310"/>
            <ac:graphicFrameMk id="9" creationId="{039DE8A9-5350-A2BA-1428-EAC5A6F6438E}"/>
          </ac:graphicFrameMkLst>
        </pc:graphicFrameChg>
      </pc:sldChg>
      <pc:sldChg chg="addSp delSp modSp add del mod">
        <pc:chgData name="Clément ZIANE" userId="aa8721fc-2935-48cf-9afe-91d2e8923272" providerId="ADAL" clId="{10904BE7-204A-454D-8AEB-158130ACA8BD}" dt="2026-01-13T06:06:02.024" v="2331" actId="47"/>
        <pc:sldMkLst>
          <pc:docMk/>
          <pc:sldMk cId="3128665163" sldId="310"/>
        </pc:sldMkLst>
        <pc:spChg chg="mod">
          <ac:chgData name="Clément ZIANE" userId="aa8721fc-2935-48cf-9afe-91d2e8923272" providerId="ADAL" clId="{10904BE7-204A-454D-8AEB-158130ACA8BD}" dt="2026-01-12T08:18:05.540" v="1909" actId="20577"/>
          <ac:spMkLst>
            <pc:docMk/>
            <pc:sldMk cId="3128665163" sldId="310"/>
            <ac:spMk id="4" creationId="{2F7D8858-61F3-FF1B-C256-0D01B7213368}"/>
          </ac:spMkLst>
        </pc:spChg>
        <pc:spChg chg="add del mod">
          <ac:chgData name="Clément ZIANE" userId="aa8721fc-2935-48cf-9afe-91d2e8923272" providerId="ADAL" clId="{10904BE7-204A-454D-8AEB-158130ACA8BD}" dt="2026-01-12T08:19:51.035" v="2063" actId="478"/>
          <ac:spMkLst>
            <pc:docMk/>
            <pc:sldMk cId="3128665163" sldId="310"/>
            <ac:spMk id="5" creationId="{579CAE9C-9B86-72E8-F020-098FCF03D63D}"/>
          </ac:spMkLst>
        </pc:spChg>
        <pc:spChg chg="mod">
          <ac:chgData name="Clément ZIANE" userId="aa8721fc-2935-48cf-9afe-91d2e8923272" providerId="ADAL" clId="{10904BE7-204A-454D-8AEB-158130ACA8BD}" dt="2026-01-12T12:14:19.460" v="2330" actId="207"/>
          <ac:spMkLst>
            <pc:docMk/>
            <pc:sldMk cId="3128665163" sldId="310"/>
            <ac:spMk id="7" creationId="{224B1E69-78C3-7827-6EE7-DBA697678EAE}"/>
          </ac:spMkLst>
        </pc:spChg>
        <pc:spChg chg="del">
          <ac:chgData name="Clément ZIANE" userId="aa8721fc-2935-48cf-9afe-91d2e8923272" providerId="ADAL" clId="{10904BE7-204A-454D-8AEB-158130ACA8BD}" dt="2026-01-12T08:18:12.592" v="1912" actId="478"/>
          <ac:spMkLst>
            <pc:docMk/>
            <pc:sldMk cId="3128665163" sldId="310"/>
            <ac:spMk id="16" creationId="{B12F6939-5345-FB77-E85E-808EAE349018}"/>
          </ac:spMkLst>
        </pc:spChg>
        <pc:graphicFrameChg chg="del">
          <ac:chgData name="Clément ZIANE" userId="aa8721fc-2935-48cf-9afe-91d2e8923272" providerId="ADAL" clId="{10904BE7-204A-454D-8AEB-158130ACA8BD}" dt="2026-01-12T08:18:09.617" v="1910" actId="478"/>
          <ac:graphicFrameMkLst>
            <pc:docMk/>
            <pc:sldMk cId="3128665163" sldId="310"/>
            <ac:graphicFrameMk id="15" creationId="{0FDF07C3-DA29-2782-6939-CE64CC815F13}"/>
          </ac:graphicFrameMkLst>
        </pc:graphicFrameChg>
        <pc:picChg chg="del">
          <ac:chgData name="Clément ZIANE" userId="aa8721fc-2935-48cf-9afe-91d2e8923272" providerId="ADAL" clId="{10904BE7-204A-454D-8AEB-158130ACA8BD}" dt="2026-01-12T08:18:10.410" v="1911" actId="478"/>
          <ac:picMkLst>
            <pc:docMk/>
            <pc:sldMk cId="3128665163" sldId="310"/>
            <ac:picMk id="8" creationId="{152B5509-557C-39D3-D2E2-3959A3482E18}"/>
          </ac:picMkLst>
        </pc:picChg>
        <pc:picChg chg="add mod">
          <ac:chgData name="Clément ZIANE" userId="aa8721fc-2935-48cf-9afe-91d2e8923272" providerId="ADAL" clId="{10904BE7-204A-454D-8AEB-158130ACA8BD}" dt="2026-01-12T08:20:54.435" v="2080" actId="1076"/>
          <ac:picMkLst>
            <pc:docMk/>
            <pc:sldMk cId="3128665163" sldId="310"/>
            <ac:picMk id="9" creationId="{DBDA6A23-0319-0706-A3CD-1DA73A87F70A}"/>
          </ac:picMkLst>
        </pc:picChg>
        <pc:picChg chg="add mod">
          <ac:chgData name="Clément ZIANE" userId="aa8721fc-2935-48cf-9afe-91d2e8923272" providerId="ADAL" clId="{10904BE7-204A-454D-8AEB-158130ACA8BD}" dt="2026-01-12T08:21:46.120" v="2085" actId="14100"/>
          <ac:picMkLst>
            <pc:docMk/>
            <pc:sldMk cId="3128665163" sldId="310"/>
            <ac:picMk id="11" creationId="{9B305A74-A46C-123A-2DA5-1BA3F8F4E7E7}"/>
          </ac:picMkLst>
        </pc:picChg>
        <pc:picChg chg="del">
          <ac:chgData name="Clément ZIANE" userId="aa8721fc-2935-48cf-9afe-91d2e8923272" providerId="ADAL" clId="{10904BE7-204A-454D-8AEB-158130ACA8BD}" dt="2026-01-12T08:18:13.703" v="1913" actId="478"/>
          <ac:picMkLst>
            <pc:docMk/>
            <pc:sldMk cId="3128665163" sldId="310"/>
            <ac:picMk id="14" creationId="{C1AC37E2-F2E9-A345-67D6-9527293E4122}"/>
          </ac:picMkLst>
        </pc:picChg>
      </pc:sldChg>
      <pc:sldChg chg="addSp delSp modSp add del mod">
        <pc:chgData name="Clément ZIANE" userId="aa8721fc-2935-48cf-9afe-91d2e8923272" providerId="ADAL" clId="{10904BE7-204A-454D-8AEB-158130ACA8BD}" dt="2026-01-13T06:06:02.024" v="2331" actId="47"/>
        <pc:sldMkLst>
          <pc:docMk/>
          <pc:sldMk cId="2155259102" sldId="311"/>
        </pc:sldMkLst>
        <pc:spChg chg="mod">
          <ac:chgData name="Clément ZIANE" userId="aa8721fc-2935-48cf-9afe-91d2e8923272" providerId="ADAL" clId="{10904BE7-204A-454D-8AEB-158130ACA8BD}" dt="2026-01-12T08:21:55.751" v="2092" actId="20577"/>
          <ac:spMkLst>
            <pc:docMk/>
            <pc:sldMk cId="2155259102" sldId="311"/>
            <ac:spMk id="4" creationId="{ED063E47-D7C1-F66A-C369-6DF41E589BD8}"/>
          </ac:spMkLst>
        </pc:spChg>
        <pc:spChg chg="mod">
          <ac:chgData name="Clément ZIANE" userId="aa8721fc-2935-48cf-9afe-91d2e8923272" providerId="ADAL" clId="{10904BE7-204A-454D-8AEB-158130ACA8BD}" dt="2026-01-12T08:23:08.165" v="2103" actId="20577"/>
          <ac:spMkLst>
            <pc:docMk/>
            <pc:sldMk cId="2155259102" sldId="311"/>
            <ac:spMk id="7" creationId="{4019761F-C7C0-A7C8-906C-4E836C4E0270}"/>
          </ac:spMkLst>
        </pc:spChg>
        <pc:graphicFrameChg chg="add mod modGraphic">
          <ac:chgData name="Clément ZIANE" userId="aa8721fc-2935-48cf-9afe-91d2e8923272" providerId="ADAL" clId="{10904BE7-204A-454D-8AEB-158130ACA8BD}" dt="2026-01-12T08:24:30.825" v="2117" actId="14100"/>
          <ac:graphicFrameMkLst>
            <pc:docMk/>
            <pc:sldMk cId="2155259102" sldId="311"/>
            <ac:graphicFrameMk id="8" creationId="{77FF0178-D7ED-8240-99D9-981556D100E5}"/>
          </ac:graphicFrameMkLst>
        </pc:graphicFrameChg>
        <pc:picChg chg="add mod">
          <ac:chgData name="Clément ZIANE" userId="aa8721fc-2935-48cf-9afe-91d2e8923272" providerId="ADAL" clId="{10904BE7-204A-454D-8AEB-158130ACA8BD}" dt="2026-01-12T08:23:55.715" v="2108" actId="1076"/>
          <ac:picMkLst>
            <pc:docMk/>
            <pc:sldMk cId="2155259102" sldId="311"/>
            <ac:picMk id="6" creationId="{79AF5087-B6C9-4163-CB02-B59A26076292}"/>
          </ac:picMkLst>
        </pc:picChg>
        <pc:picChg chg="del">
          <ac:chgData name="Clément ZIANE" userId="aa8721fc-2935-48cf-9afe-91d2e8923272" providerId="ADAL" clId="{10904BE7-204A-454D-8AEB-158130ACA8BD}" dt="2026-01-12T08:22:05.131" v="2093" actId="478"/>
          <ac:picMkLst>
            <pc:docMk/>
            <pc:sldMk cId="2155259102" sldId="311"/>
            <ac:picMk id="9" creationId="{EE3A1116-9136-7D3F-1520-ABCF8F2E4F28}"/>
          </ac:picMkLst>
        </pc:picChg>
        <pc:picChg chg="del">
          <ac:chgData name="Clément ZIANE" userId="aa8721fc-2935-48cf-9afe-91d2e8923272" providerId="ADAL" clId="{10904BE7-204A-454D-8AEB-158130ACA8BD}" dt="2026-01-12T08:22:06.169" v="2094" actId="478"/>
          <ac:picMkLst>
            <pc:docMk/>
            <pc:sldMk cId="2155259102" sldId="311"/>
            <ac:picMk id="11" creationId="{7A9C4A33-7624-75FA-A0D7-8E4B41FDAED1}"/>
          </ac:picMkLst>
        </pc:picChg>
      </pc:sldChg>
      <pc:sldChg chg="addSp delSp modSp add mod">
        <pc:chgData name="Clément ZIANE" userId="aa8721fc-2935-48cf-9afe-91d2e8923272" providerId="ADAL" clId="{10904BE7-204A-454D-8AEB-158130ACA8BD}" dt="2026-01-13T08:52:23.332" v="4423" actId="207"/>
        <pc:sldMkLst>
          <pc:docMk/>
          <pc:sldMk cId="3016058229" sldId="311"/>
        </pc:sldMkLst>
        <pc:spChg chg="mod">
          <ac:chgData name="Clément ZIANE" userId="aa8721fc-2935-48cf-9afe-91d2e8923272" providerId="ADAL" clId="{10904BE7-204A-454D-8AEB-158130ACA8BD}" dt="2026-01-13T08:19:06.670" v="4143"/>
          <ac:spMkLst>
            <pc:docMk/>
            <pc:sldMk cId="3016058229" sldId="311"/>
            <ac:spMk id="4" creationId="{CE09E744-4AD2-CCCF-4EFC-0227EA7C4F01}"/>
          </ac:spMkLst>
        </pc:spChg>
        <pc:spChg chg="add mod">
          <ac:chgData name="Clément ZIANE" userId="aa8721fc-2935-48cf-9afe-91d2e8923272" providerId="ADAL" clId="{10904BE7-204A-454D-8AEB-158130ACA8BD}" dt="2026-01-13T08:52:23.332" v="4423" actId="207"/>
          <ac:spMkLst>
            <pc:docMk/>
            <pc:sldMk cId="3016058229" sldId="311"/>
            <ac:spMk id="5" creationId="{7E4541D0-245E-D37E-E584-D0E93508F4D0}"/>
          </ac:spMkLst>
        </pc:spChg>
        <pc:spChg chg="del">
          <ac:chgData name="Clément ZIANE" userId="aa8721fc-2935-48cf-9afe-91d2e8923272" providerId="ADAL" clId="{10904BE7-204A-454D-8AEB-158130ACA8BD}" dt="2026-01-13T08:29:45.389" v="4205" actId="478"/>
          <ac:spMkLst>
            <pc:docMk/>
            <pc:sldMk cId="3016058229" sldId="311"/>
            <ac:spMk id="7" creationId="{E09B07C1-F3BD-1AE5-4222-E97704E4636C}"/>
          </ac:spMkLst>
        </pc:spChg>
        <pc:graphicFrameChg chg="add mod modGraphic">
          <ac:chgData name="Clément ZIANE" userId="aa8721fc-2935-48cf-9afe-91d2e8923272" providerId="ADAL" clId="{10904BE7-204A-454D-8AEB-158130ACA8BD}" dt="2026-01-13T08:32:06.671" v="4236" actId="207"/>
          <ac:graphicFrameMkLst>
            <pc:docMk/>
            <pc:sldMk cId="3016058229" sldId="311"/>
            <ac:graphicFrameMk id="6" creationId="{110F0B8B-93D4-1435-0A4C-0C1EEEF4F348}"/>
          </ac:graphicFrameMkLst>
        </pc:graphicFrameChg>
      </pc:sldChg>
      <pc:sldChg chg="addSp delSp modSp add del mod">
        <pc:chgData name="Clément ZIANE" userId="aa8721fc-2935-48cf-9afe-91d2e8923272" providerId="ADAL" clId="{10904BE7-204A-454D-8AEB-158130ACA8BD}" dt="2026-01-13T06:06:02.024" v="2331" actId="47"/>
        <pc:sldMkLst>
          <pc:docMk/>
          <pc:sldMk cId="1503074730" sldId="312"/>
        </pc:sldMkLst>
        <pc:spChg chg="mod">
          <ac:chgData name="Clément ZIANE" userId="aa8721fc-2935-48cf-9afe-91d2e8923272" providerId="ADAL" clId="{10904BE7-204A-454D-8AEB-158130ACA8BD}" dt="2026-01-12T08:29:01.314" v="2160" actId="20577"/>
          <ac:spMkLst>
            <pc:docMk/>
            <pc:sldMk cId="1503074730" sldId="312"/>
            <ac:spMk id="4" creationId="{99F5F931-8B3E-E758-CBA7-7561BADDF034}"/>
          </ac:spMkLst>
        </pc:spChg>
        <pc:spChg chg="mod">
          <ac:chgData name="Clément ZIANE" userId="aa8721fc-2935-48cf-9afe-91d2e8923272" providerId="ADAL" clId="{10904BE7-204A-454D-8AEB-158130ACA8BD}" dt="2026-01-12T08:27:01.137" v="2157" actId="20577"/>
          <ac:spMkLst>
            <pc:docMk/>
            <pc:sldMk cId="1503074730" sldId="312"/>
            <ac:spMk id="7" creationId="{3895FC99-E1AE-F41F-5AF8-FF1B9A0E28A9}"/>
          </ac:spMkLst>
        </pc:spChg>
        <pc:graphicFrameChg chg="del">
          <ac:chgData name="Clément ZIANE" userId="aa8721fc-2935-48cf-9afe-91d2e8923272" providerId="ADAL" clId="{10904BE7-204A-454D-8AEB-158130ACA8BD}" dt="2026-01-12T08:25:14.879" v="2119" actId="478"/>
          <ac:graphicFrameMkLst>
            <pc:docMk/>
            <pc:sldMk cId="1503074730" sldId="312"/>
            <ac:graphicFrameMk id="8" creationId="{A5EA742E-DCF9-1CDB-3655-A64D22C7F562}"/>
          </ac:graphicFrameMkLst>
        </pc:graphicFrameChg>
        <pc:picChg chg="del">
          <ac:chgData name="Clément ZIANE" userId="aa8721fc-2935-48cf-9afe-91d2e8923272" providerId="ADAL" clId="{10904BE7-204A-454D-8AEB-158130ACA8BD}" dt="2026-01-12T08:25:22.695" v="2130" actId="478"/>
          <ac:picMkLst>
            <pc:docMk/>
            <pc:sldMk cId="1503074730" sldId="312"/>
            <ac:picMk id="6" creationId="{7EA6E9BF-316E-8B5F-9D08-5D316418A700}"/>
          </ac:picMkLst>
        </pc:picChg>
        <pc:picChg chg="add mod">
          <ac:chgData name="Clément ZIANE" userId="aa8721fc-2935-48cf-9afe-91d2e8923272" providerId="ADAL" clId="{10904BE7-204A-454D-8AEB-158130ACA8BD}" dt="2026-01-12T08:29:21.332" v="2163" actId="14100"/>
          <ac:picMkLst>
            <pc:docMk/>
            <pc:sldMk cId="1503074730" sldId="312"/>
            <ac:picMk id="9" creationId="{3ECB1AA1-5533-B2CA-A71C-946E4D47D8F5}"/>
          </ac:picMkLst>
        </pc:picChg>
        <pc:picChg chg="add mod">
          <ac:chgData name="Clément ZIANE" userId="aa8721fc-2935-48cf-9afe-91d2e8923272" providerId="ADAL" clId="{10904BE7-204A-454D-8AEB-158130ACA8BD}" dt="2026-01-12T08:29:29.147" v="2166" actId="14100"/>
          <ac:picMkLst>
            <pc:docMk/>
            <pc:sldMk cId="1503074730" sldId="312"/>
            <ac:picMk id="11" creationId="{6CE540CB-8DE7-3700-CE54-8689ABDD232E}"/>
          </ac:picMkLst>
        </pc:picChg>
      </pc:sldChg>
      <pc:sldChg chg="addSp modSp add mod">
        <pc:chgData name="Clément ZIANE" userId="aa8721fc-2935-48cf-9afe-91d2e8923272" providerId="ADAL" clId="{10904BE7-204A-454D-8AEB-158130ACA8BD}" dt="2026-01-13T08:52:27.488" v="4424" actId="207"/>
        <pc:sldMkLst>
          <pc:docMk/>
          <pc:sldMk cId="3514099631" sldId="312"/>
        </pc:sldMkLst>
        <pc:spChg chg="mod">
          <ac:chgData name="Clément ZIANE" userId="aa8721fc-2935-48cf-9afe-91d2e8923272" providerId="ADAL" clId="{10904BE7-204A-454D-8AEB-158130ACA8BD}" dt="2026-01-13T08:19:14.528" v="4145"/>
          <ac:spMkLst>
            <pc:docMk/>
            <pc:sldMk cId="3514099631" sldId="312"/>
            <ac:spMk id="4" creationId="{556739E5-AD6F-3007-59A8-02D3707C9335}"/>
          </ac:spMkLst>
        </pc:spChg>
        <pc:spChg chg="mod">
          <ac:chgData name="Clément ZIANE" userId="aa8721fc-2935-48cf-9afe-91d2e8923272" providerId="ADAL" clId="{10904BE7-204A-454D-8AEB-158130ACA8BD}" dt="2026-01-13T08:52:27.488" v="4424" actId="207"/>
          <ac:spMkLst>
            <pc:docMk/>
            <pc:sldMk cId="3514099631" sldId="312"/>
            <ac:spMk id="7" creationId="{9D515238-1C60-9560-2776-DCBC3F74A33A}"/>
          </ac:spMkLst>
        </pc:spChg>
        <pc:graphicFrameChg chg="add mod modGraphic">
          <ac:chgData name="Clément ZIANE" userId="aa8721fc-2935-48cf-9afe-91d2e8923272" providerId="ADAL" clId="{10904BE7-204A-454D-8AEB-158130ACA8BD}" dt="2026-01-13T08:33:52.876" v="4265" actId="14100"/>
          <ac:graphicFrameMkLst>
            <pc:docMk/>
            <pc:sldMk cId="3514099631" sldId="312"/>
            <ac:graphicFrameMk id="5" creationId="{25251D57-3801-9E01-31F9-756B17B593E7}"/>
          </ac:graphicFrameMkLst>
        </pc:graphicFrameChg>
      </pc:sldChg>
      <pc:sldChg chg="addSp modSp add del mod">
        <pc:chgData name="Clément ZIANE" userId="aa8721fc-2935-48cf-9afe-91d2e8923272" providerId="ADAL" clId="{10904BE7-204A-454D-8AEB-158130ACA8BD}" dt="2026-01-13T06:06:02.024" v="2331" actId="47"/>
        <pc:sldMkLst>
          <pc:docMk/>
          <pc:sldMk cId="2391226095" sldId="313"/>
        </pc:sldMkLst>
        <pc:spChg chg="mod">
          <ac:chgData name="Clément ZIANE" userId="aa8721fc-2935-48cf-9afe-91d2e8923272" providerId="ADAL" clId="{10904BE7-204A-454D-8AEB-158130ACA8BD}" dt="2026-01-12T08:29:38.865" v="2168" actId="20577"/>
          <ac:spMkLst>
            <pc:docMk/>
            <pc:sldMk cId="2391226095" sldId="313"/>
            <ac:spMk id="4" creationId="{2189BD78-5A11-216C-4C23-AB2A1DF6CBC8}"/>
          </ac:spMkLst>
        </pc:spChg>
        <pc:spChg chg="mod">
          <ac:chgData name="Clément ZIANE" userId="aa8721fc-2935-48cf-9afe-91d2e8923272" providerId="ADAL" clId="{10904BE7-204A-454D-8AEB-158130ACA8BD}" dt="2026-01-12T08:31:29.884" v="2201" actId="20577"/>
          <ac:spMkLst>
            <pc:docMk/>
            <pc:sldMk cId="2391226095" sldId="313"/>
            <ac:spMk id="7" creationId="{59AFCBBA-9876-D3D9-ABC7-693D2F05889A}"/>
          </ac:spMkLst>
        </pc:spChg>
        <pc:picChg chg="add mod">
          <ac:chgData name="Clément ZIANE" userId="aa8721fc-2935-48cf-9afe-91d2e8923272" providerId="ADAL" clId="{10904BE7-204A-454D-8AEB-158130ACA8BD}" dt="2026-01-12T08:31:42.990" v="2204" actId="1076"/>
          <ac:picMkLst>
            <pc:docMk/>
            <pc:sldMk cId="2391226095" sldId="313"/>
            <ac:picMk id="6" creationId="{97C15090-1F46-BE31-7941-C14E5DA1707C}"/>
          </ac:picMkLst>
        </pc:picChg>
        <pc:picChg chg="add mod">
          <ac:chgData name="Clément ZIANE" userId="aa8721fc-2935-48cf-9afe-91d2e8923272" providerId="ADAL" clId="{10904BE7-204A-454D-8AEB-158130ACA8BD}" dt="2026-01-12T08:31:55.842" v="2207" actId="1076"/>
          <ac:picMkLst>
            <pc:docMk/>
            <pc:sldMk cId="2391226095" sldId="313"/>
            <ac:picMk id="9" creationId="{4060B2AC-3905-90D7-3551-37FCA222866A}"/>
          </ac:picMkLst>
        </pc:picChg>
      </pc:sldChg>
      <pc:sldChg chg="addSp modSp add mod">
        <pc:chgData name="Clément ZIANE" userId="aa8721fc-2935-48cf-9afe-91d2e8923272" providerId="ADAL" clId="{10904BE7-204A-454D-8AEB-158130ACA8BD}" dt="2026-01-13T08:52:31.534" v="4425" actId="207"/>
        <pc:sldMkLst>
          <pc:docMk/>
          <pc:sldMk cId="3678128722" sldId="313"/>
        </pc:sldMkLst>
        <pc:spChg chg="mod">
          <ac:chgData name="Clément ZIANE" userId="aa8721fc-2935-48cf-9afe-91d2e8923272" providerId="ADAL" clId="{10904BE7-204A-454D-8AEB-158130ACA8BD}" dt="2026-01-13T08:19:21.149" v="4147"/>
          <ac:spMkLst>
            <pc:docMk/>
            <pc:sldMk cId="3678128722" sldId="313"/>
            <ac:spMk id="4" creationId="{42DC3978-2C41-AC43-54A9-FC2951401C89}"/>
          </ac:spMkLst>
        </pc:spChg>
        <pc:spChg chg="mod">
          <ac:chgData name="Clément ZIANE" userId="aa8721fc-2935-48cf-9afe-91d2e8923272" providerId="ADAL" clId="{10904BE7-204A-454D-8AEB-158130ACA8BD}" dt="2026-01-13T08:52:31.534" v="4425" actId="207"/>
          <ac:spMkLst>
            <pc:docMk/>
            <pc:sldMk cId="3678128722" sldId="313"/>
            <ac:spMk id="7" creationId="{46E8A548-7B19-EFD5-E376-EDEB62169347}"/>
          </ac:spMkLst>
        </pc:spChg>
        <pc:graphicFrameChg chg="add mod modGraphic">
          <ac:chgData name="Clément ZIANE" userId="aa8721fc-2935-48cf-9afe-91d2e8923272" providerId="ADAL" clId="{10904BE7-204A-454D-8AEB-158130ACA8BD}" dt="2026-01-13T08:35:28.355" v="4283" actId="207"/>
          <ac:graphicFrameMkLst>
            <pc:docMk/>
            <pc:sldMk cId="3678128722" sldId="313"/>
            <ac:graphicFrameMk id="5" creationId="{1473BD9D-9F9F-210C-849C-A49E0CA5C2D9}"/>
          </ac:graphicFrameMkLst>
        </pc:graphicFrameChg>
      </pc:sldChg>
      <pc:sldChg chg="addSp modSp add mod">
        <pc:chgData name="Clément ZIANE" userId="aa8721fc-2935-48cf-9afe-91d2e8923272" providerId="ADAL" clId="{10904BE7-204A-454D-8AEB-158130ACA8BD}" dt="2026-01-13T08:52:34.689" v="4426" actId="207"/>
        <pc:sldMkLst>
          <pc:docMk/>
          <pc:sldMk cId="2757642858" sldId="314"/>
        </pc:sldMkLst>
        <pc:spChg chg="mod">
          <ac:chgData name="Clément ZIANE" userId="aa8721fc-2935-48cf-9afe-91d2e8923272" providerId="ADAL" clId="{10904BE7-204A-454D-8AEB-158130ACA8BD}" dt="2026-01-13T08:19:29.046" v="4149"/>
          <ac:spMkLst>
            <pc:docMk/>
            <pc:sldMk cId="2757642858" sldId="314"/>
            <ac:spMk id="4" creationId="{09825972-3D2F-525C-CE04-ECB3CE2FE6A7}"/>
          </ac:spMkLst>
        </pc:spChg>
        <pc:spChg chg="mod">
          <ac:chgData name="Clément ZIANE" userId="aa8721fc-2935-48cf-9afe-91d2e8923272" providerId="ADAL" clId="{10904BE7-204A-454D-8AEB-158130ACA8BD}" dt="2026-01-13T08:52:34.689" v="4426" actId="207"/>
          <ac:spMkLst>
            <pc:docMk/>
            <pc:sldMk cId="2757642858" sldId="314"/>
            <ac:spMk id="7" creationId="{C4CC8A3C-22FF-6548-66A4-5B875E70BCE1}"/>
          </ac:spMkLst>
        </pc:spChg>
        <pc:graphicFrameChg chg="add mod modGraphic">
          <ac:chgData name="Clément ZIANE" userId="aa8721fc-2935-48cf-9afe-91d2e8923272" providerId="ADAL" clId="{10904BE7-204A-454D-8AEB-158130ACA8BD}" dt="2026-01-13T08:37:49.836" v="4307" actId="207"/>
          <ac:graphicFrameMkLst>
            <pc:docMk/>
            <pc:sldMk cId="2757642858" sldId="314"/>
            <ac:graphicFrameMk id="5" creationId="{9404507A-2DEF-C1E7-97DD-7FD205877C9C}"/>
          </ac:graphicFrameMkLst>
        </pc:graphicFrameChg>
      </pc:sldChg>
      <pc:sldChg chg="modSp add del mod">
        <pc:chgData name="Clément ZIANE" userId="aa8721fc-2935-48cf-9afe-91d2e8923272" providerId="ADAL" clId="{10904BE7-204A-454D-8AEB-158130ACA8BD}" dt="2026-01-13T06:06:02.024" v="2331" actId="47"/>
        <pc:sldMkLst>
          <pc:docMk/>
          <pc:sldMk cId="4013978349" sldId="314"/>
        </pc:sldMkLst>
        <pc:spChg chg="mod">
          <ac:chgData name="Clément ZIANE" userId="aa8721fc-2935-48cf-9afe-91d2e8923272" providerId="ADAL" clId="{10904BE7-204A-454D-8AEB-158130ACA8BD}" dt="2026-01-12T08:32:41.614" v="2209" actId="20577"/>
          <ac:spMkLst>
            <pc:docMk/>
            <pc:sldMk cId="4013978349" sldId="314"/>
            <ac:spMk id="4" creationId="{F41F1A83-B773-25D4-9B8E-19103F41FBA0}"/>
          </ac:spMkLst>
        </pc:spChg>
        <pc:spChg chg="mod">
          <ac:chgData name="Clément ZIANE" userId="aa8721fc-2935-48cf-9afe-91d2e8923272" providerId="ADAL" clId="{10904BE7-204A-454D-8AEB-158130ACA8BD}" dt="2026-01-12T08:33:22.918" v="2221" actId="113"/>
          <ac:spMkLst>
            <pc:docMk/>
            <pc:sldMk cId="4013978349" sldId="314"/>
            <ac:spMk id="7" creationId="{70094AED-CF1D-E976-A617-4D5ADE787A7F}"/>
          </ac:spMkLst>
        </pc:spChg>
      </pc:sldChg>
      <pc:sldChg chg="addSp modSp add mod">
        <pc:chgData name="Clément ZIANE" userId="aa8721fc-2935-48cf-9afe-91d2e8923272" providerId="ADAL" clId="{10904BE7-204A-454D-8AEB-158130ACA8BD}" dt="2026-01-13T08:39:30.229" v="4328" actId="207"/>
        <pc:sldMkLst>
          <pc:docMk/>
          <pc:sldMk cId="1503369735" sldId="315"/>
        </pc:sldMkLst>
        <pc:spChg chg="mod">
          <ac:chgData name="Clément ZIANE" userId="aa8721fc-2935-48cf-9afe-91d2e8923272" providerId="ADAL" clId="{10904BE7-204A-454D-8AEB-158130ACA8BD}" dt="2026-01-13T08:19:35.914" v="4151"/>
          <ac:spMkLst>
            <pc:docMk/>
            <pc:sldMk cId="1503369735" sldId="315"/>
            <ac:spMk id="4" creationId="{F5007969-E99D-8C86-C1D1-1B7E37A7C959}"/>
          </ac:spMkLst>
        </pc:spChg>
        <pc:spChg chg="mod">
          <ac:chgData name="Clément ZIANE" userId="aa8721fc-2935-48cf-9afe-91d2e8923272" providerId="ADAL" clId="{10904BE7-204A-454D-8AEB-158130ACA8BD}" dt="2026-01-13T08:38:51.466" v="4315" actId="20577"/>
          <ac:spMkLst>
            <pc:docMk/>
            <pc:sldMk cId="1503369735" sldId="315"/>
            <ac:spMk id="7" creationId="{A376B00A-9B25-9B13-F3F9-F156BAB5DE9C}"/>
          </ac:spMkLst>
        </pc:spChg>
        <pc:graphicFrameChg chg="add mod modGraphic">
          <ac:chgData name="Clément ZIANE" userId="aa8721fc-2935-48cf-9afe-91d2e8923272" providerId="ADAL" clId="{10904BE7-204A-454D-8AEB-158130ACA8BD}" dt="2026-01-13T08:39:30.229" v="4328" actId="207"/>
          <ac:graphicFrameMkLst>
            <pc:docMk/>
            <pc:sldMk cId="1503369735" sldId="315"/>
            <ac:graphicFrameMk id="5" creationId="{ED08B048-EDCB-068E-FD45-46D8C79AF572}"/>
          </ac:graphicFrameMkLst>
        </pc:graphicFrameChg>
      </pc:sldChg>
      <pc:sldChg chg="addSp modSp add del mod ord">
        <pc:chgData name="Clément ZIANE" userId="aa8721fc-2935-48cf-9afe-91d2e8923272" providerId="ADAL" clId="{10904BE7-204A-454D-8AEB-158130ACA8BD}" dt="2026-01-13T06:06:02.024" v="2331" actId="47"/>
        <pc:sldMkLst>
          <pc:docMk/>
          <pc:sldMk cId="1687250374" sldId="315"/>
        </pc:sldMkLst>
        <pc:spChg chg="mod">
          <ac:chgData name="Clément ZIANE" userId="aa8721fc-2935-48cf-9afe-91d2e8923272" providerId="ADAL" clId="{10904BE7-204A-454D-8AEB-158130ACA8BD}" dt="2026-01-12T08:33:58.426" v="2228" actId="20577"/>
          <ac:spMkLst>
            <pc:docMk/>
            <pc:sldMk cId="1687250374" sldId="315"/>
            <ac:spMk id="4" creationId="{5B128C88-08C1-D76C-E409-EEA779E598E9}"/>
          </ac:spMkLst>
        </pc:spChg>
        <pc:spChg chg="mod">
          <ac:chgData name="Clément ZIANE" userId="aa8721fc-2935-48cf-9afe-91d2e8923272" providerId="ADAL" clId="{10904BE7-204A-454D-8AEB-158130ACA8BD}" dt="2026-01-12T08:34:28.865" v="2232" actId="20577"/>
          <ac:spMkLst>
            <pc:docMk/>
            <pc:sldMk cId="1687250374" sldId="315"/>
            <ac:spMk id="7" creationId="{4B36E64C-8123-0711-6C12-56B4483F79F3}"/>
          </ac:spMkLst>
        </pc:spChg>
        <pc:picChg chg="add mod">
          <ac:chgData name="Clément ZIANE" userId="aa8721fc-2935-48cf-9afe-91d2e8923272" providerId="ADAL" clId="{10904BE7-204A-454D-8AEB-158130ACA8BD}" dt="2026-01-12T08:36:40.492" v="2240" actId="1076"/>
          <ac:picMkLst>
            <pc:docMk/>
            <pc:sldMk cId="1687250374" sldId="315"/>
            <ac:picMk id="6" creationId="{AD1B4B01-09FA-5052-C555-83D436E0D087}"/>
          </ac:picMkLst>
        </pc:picChg>
        <pc:picChg chg="add mod">
          <ac:chgData name="Clément ZIANE" userId="aa8721fc-2935-48cf-9afe-91d2e8923272" providerId="ADAL" clId="{10904BE7-204A-454D-8AEB-158130ACA8BD}" dt="2026-01-12T08:36:46.352" v="2241" actId="1076"/>
          <ac:picMkLst>
            <pc:docMk/>
            <pc:sldMk cId="1687250374" sldId="315"/>
            <ac:picMk id="9" creationId="{B104D29D-9C64-0CA9-25A0-D937DE084139}"/>
          </ac:picMkLst>
        </pc:picChg>
      </pc:sldChg>
      <pc:sldChg chg="addSp delSp modSp add mod ord">
        <pc:chgData name="Clément ZIANE" userId="aa8721fc-2935-48cf-9afe-91d2e8923272" providerId="ADAL" clId="{10904BE7-204A-454D-8AEB-158130ACA8BD}" dt="2026-01-13T08:52:01.767" v="4420" actId="207"/>
        <pc:sldMkLst>
          <pc:docMk/>
          <pc:sldMk cId="12885336" sldId="316"/>
        </pc:sldMkLst>
        <pc:spChg chg="mod">
          <ac:chgData name="Clément ZIANE" userId="aa8721fc-2935-48cf-9afe-91d2e8923272" providerId="ADAL" clId="{10904BE7-204A-454D-8AEB-158130ACA8BD}" dt="2026-01-13T08:48:40.548" v="4357" actId="20577"/>
          <ac:spMkLst>
            <pc:docMk/>
            <pc:sldMk cId="12885336" sldId="316"/>
            <ac:spMk id="4" creationId="{B02384F2-0B04-4799-53A2-36B9C45B2E6D}"/>
          </ac:spMkLst>
        </pc:spChg>
        <pc:spChg chg="mod">
          <ac:chgData name="Clément ZIANE" userId="aa8721fc-2935-48cf-9afe-91d2e8923272" providerId="ADAL" clId="{10904BE7-204A-454D-8AEB-158130ACA8BD}" dt="2026-01-13T08:51:02.529" v="4406" actId="207"/>
          <ac:spMkLst>
            <pc:docMk/>
            <pc:sldMk cId="12885336" sldId="316"/>
            <ac:spMk id="7" creationId="{97BE1C90-B48C-B9FF-9B75-AC46F1928FF3}"/>
          </ac:spMkLst>
        </pc:spChg>
        <pc:graphicFrameChg chg="del">
          <ac:chgData name="Clément ZIANE" userId="aa8721fc-2935-48cf-9afe-91d2e8923272" providerId="ADAL" clId="{10904BE7-204A-454D-8AEB-158130ACA8BD}" dt="2026-01-13T08:50:45.056" v="4401" actId="478"/>
          <ac:graphicFrameMkLst>
            <pc:docMk/>
            <pc:sldMk cId="12885336" sldId="316"/>
            <ac:graphicFrameMk id="5" creationId="{B5297437-1CD5-562B-F223-9FC7C65FE5D7}"/>
          </ac:graphicFrameMkLst>
        </pc:graphicFrameChg>
        <pc:graphicFrameChg chg="add mod modGraphic">
          <ac:chgData name="Clément ZIANE" userId="aa8721fc-2935-48cf-9afe-91d2e8923272" providerId="ADAL" clId="{10904BE7-204A-454D-8AEB-158130ACA8BD}" dt="2026-01-13T08:52:01.767" v="4420" actId="207"/>
          <ac:graphicFrameMkLst>
            <pc:docMk/>
            <pc:sldMk cId="12885336" sldId="316"/>
            <ac:graphicFrameMk id="6" creationId="{97B50263-CAB4-DDCB-E392-FF41FA7C5953}"/>
          </ac:graphicFrameMkLst>
        </pc:graphicFrameChg>
      </pc:sldChg>
      <pc:sldChg chg="addSp delSp modSp add del mod">
        <pc:chgData name="Clément ZIANE" userId="aa8721fc-2935-48cf-9afe-91d2e8923272" providerId="ADAL" clId="{10904BE7-204A-454D-8AEB-158130ACA8BD}" dt="2026-01-13T06:06:02.024" v="2331" actId="47"/>
        <pc:sldMkLst>
          <pc:docMk/>
          <pc:sldMk cId="925845682" sldId="316"/>
        </pc:sldMkLst>
        <pc:spChg chg="mod">
          <ac:chgData name="Clément ZIANE" userId="aa8721fc-2935-48cf-9afe-91d2e8923272" providerId="ADAL" clId="{10904BE7-204A-454D-8AEB-158130ACA8BD}" dt="2026-01-12T08:43:03.470" v="2286" actId="20577"/>
          <ac:spMkLst>
            <pc:docMk/>
            <pc:sldMk cId="925845682" sldId="316"/>
            <ac:spMk id="4" creationId="{8E872C31-21F7-8479-3EB8-7496A8BA9E42}"/>
          </ac:spMkLst>
        </pc:spChg>
        <pc:spChg chg="mod">
          <ac:chgData name="Clément ZIANE" userId="aa8721fc-2935-48cf-9afe-91d2e8923272" providerId="ADAL" clId="{10904BE7-204A-454D-8AEB-158130ACA8BD}" dt="2026-01-12T08:38:32.521" v="2257" actId="20577"/>
          <ac:spMkLst>
            <pc:docMk/>
            <pc:sldMk cId="925845682" sldId="316"/>
            <ac:spMk id="7" creationId="{D55A5E4D-1D80-1F38-03EB-45ADC058E6CA}"/>
          </ac:spMkLst>
        </pc:spChg>
        <pc:picChg chg="add mod">
          <ac:chgData name="Clément ZIANE" userId="aa8721fc-2935-48cf-9afe-91d2e8923272" providerId="ADAL" clId="{10904BE7-204A-454D-8AEB-158130ACA8BD}" dt="2026-01-12T08:39:32.324" v="2263" actId="1076"/>
          <ac:picMkLst>
            <pc:docMk/>
            <pc:sldMk cId="925845682" sldId="316"/>
            <ac:picMk id="6" creationId="{36525CAD-E96B-5605-4E26-680AAFDA56F4}"/>
          </ac:picMkLst>
        </pc:picChg>
        <pc:picChg chg="add del mod">
          <ac:chgData name="Clément ZIANE" userId="aa8721fc-2935-48cf-9afe-91d2e8923272" providerId="ADAL" clId="{10904BE7-204A-454D-8AEB-158130ACA8BD}" dt="2026-01-12T08:39:59.705" v="2266" actId="478"/>
          <ac:picMkLst>
            <pc:docMk/>
            <pc:sldMk cId="925845682" sldId="316"/>
            <ac:picMk id="9" creationId="{54917F54-6131-7CAB-C74E-49B7DE34F78E}"/>
          </ac:picMkLst>
        </pc:picChg>
        <pc:picChg chg="add mod">
          <ac:chgData name="Clément ZIANE" userId="aa8721fc-2935-48cf-9afe-91d2e8923272" providerId="ADAL" clId="{10904BE7-204A-454D-8AEB-158130ACA8BD}" dt="2026-01-12T08:40:16.907" v="2270" actId="1076"/>
          <ac:picMkLst>
            <pc:docMk/>
            <pc:sldMk cId="925845682" sldId="316"/>
            <ac:picMk id="11" creationId="{E4DDEF2A-5640-89A0-4ACA-5F14617E5E9C}"/>
          </ac:picMkLst>
        </pc:picChg>
      </pc:sldChg>
      <pc:sldChg chg="addSp modSp add del mod">
        <pc:chgData name="Clément ZIANE" userId="aa8721fc-2935-48cf-9afe-91d2e8923272" providerId="ADAL" clId="{10904BE7-204A-454D-8AEB-158130ACA8BD}" dt="2026-01-13T06:06:02.024" v="2331" actId="47"/>
        <pc:sldMkLst>
          <pc:docMk/>
          <pc:sldMk cId="502994708" sldId="317"/>
        </pc:sldMkLst>
        <pc:spChg chg="mod">
          <ac:chgData name="Clément ZIANE" userId="aa8721fc-2935-48cf-9afe-91d2e8923272" providerId="ADAL" clId="{10904BE7-204A-454D-8AEB-158130ACA8BD}" dt="2026-01-12T08:43:06.293" v="2287" actId="20577"/>
          <ac:spMkLst>
            <pc:docMk/>
            <pc:sldMk cId="502994708" sldId="317"/>
            <ac:spMk id="4" creationId="{4AB8B3C5-C025-DC4E-0C5F-63AE83501EC8}"/>
          </ac:spMkLst>
        </pc:spChg>
        <pc:spChg chg="mod">
          <ac:chgData name="Clément ZIANE" userId="aa8721fc-2935-48cf-9afe-91d2e8923272" providerId="ADAL" clId="{10904BE7-204A-454D-8AEB-158130ACA8BD}" dt="2026-01-12T08:40:44.010" v="2273" actId="12"/>
          <ac:spMkLst>
            <pc:docMk/>
            <pc:sldMk cId="502994708" sldId="317"/>
            <ac:spMk id="7" creationId="{4756EC50-7519-BCE0-F747-326FFB407073}"/>
          </ac:spMkLst>
        </pc:spChg>
        <pc:graphicFrameChg chg="add mod modGraphic">
          <ac:chgData name="Clément ZIANE" userId="aa8721fc-2935-48cf-9afe-91d2e8923272" providerId="ADAL" clId="{10904BE7-204A-454D-8AEB-158130ACA8BD}" dt="2026-01-12T08:42:15.011" v="2285" actId="14100"/>
          <ac:graphicFrameMkLst>
            <pc:docMk/>
            <pc:sldMk cId="502994708" sldId="317"/>
            <ac:graphicFrameMk id="8" creationId="{A6DD7366-8B59-8957-C1E5-39F797F2B40A}"/>
          </ac:graphicFrameMkLst>
        </pc:graphicFrameChg>
        <pc:picChg chg="add mod">
          <ac:chgData name="Clément ZIANE" userId="aa8721fc-2935-48cf-9afe-91d2e8923272" providerId="ADAL" clId="{10904BE7-204A-454D-8AEB-158130ACA8BD}" dt="2026-01-12T08:41:24.170" v="2276" actId="14100"/>
          <ac:picMkLst>
            <pc:docMk/>
            <pc:sldMk cId="502994708" sldId="317"/>
            <ac:picMk id="6" creationId="{CCD11542-D977-F2C6-29FF-C150CF49BF31}"/>
          </ac:picMkLst>
        </pc:picChg>
      </pc:sldChg>
      <pc:sldChg chg="delSp modSp add del mod">
        <pc:chgData name="Clément ZIANE" userId="aa8721fc-2935-48cf-9afe-91d2e8923272" providerId="ADAL" clId="{10904BE7-204A-454D-8AEB-158130ACA8BD}" dt="2026-01-13T06:06:02.024" v="2331" actId="47"/>
        <pc:sldMkLst>
          <pc:docMk/>
          <pc:sldMk cId="1662962433" sldId="318"/>
        </pc:sldMkLst>
        <pc:spChg chg="mod">
          <ac:chgData name="Clément ZIANE" userId="aa8721fc-2935-48cf-9afe-91d2e8923272" providerId="ADAL" clId="{10904BE7-204A-454D-8AEB-158130ACA8BD}" dt="2026-01-12T08:43:11.608" v="2289" actId="20577"/>
          <ac:spMkLst>
            <pc:docMk/>
            <pc:sldMk cId="1662962433" sldId="318"/>
            <ac:spMk id="4" creationId="{AE99EA14-85DC-B9D9-B47B-A36C2FB00AE3}"/>
          </ac:spMkLst>
        </pc:spChg>
        <pc:spChg chg="mod">
          <ac:chgData name="Clément ZIANE" userId="aa8721fc-2935-48cf-9afe-91d2e8923272" providerId="ADAL" clId="{10904BE7-204A-454D-8AEB-158130ACA8BD}" dt="2026-01-12T08:44:51.697" v="2324" actId="207"/>
          <ac:spMkLst>
            <pc:docMk/>
            <pc:sldMk cId="1662962433" sldId="318"/>
            <ac:spMk id="7" creationId="{79F74789-1D37-F3C7-0760-20AFA82894B3}"/>
          </ac:spMkLst>
        </pc:spChg>
        <pc:graphicFrameChg chg="del">
          <ac:chgData name="Clément ZIANE" userId="aa8721fc-2935-48cf-9afe-91d2e8923272" providerId="ADAL" clId="{10904BE7-204A-454D-8AEB-158130ACA8BD}" dt="2026-01-12T08:43:15.720" v="2290" actId="478"/>
          <ac:graphicFrameMkLst>
            <pc:docMk/>
            <pc:sldMk cId="1662962433" sldId="318"/>
            <ac:graphicFrameMk id="8" creationId="{A0DDD1B9-C651-E7D9-949E-E08230F1CCB9}"/>
          </ac:graphicFrameMkLst>
        </pc:graphicFrameChg>
        <pc:picChg chg="del">
          <ac:chgData name="Clément ZIANE" userId="aa8721fc-2935-48cf-9afe-91d2e8923272" providerId="ADAL" clId="{10904BE7-204A-454D-8AEB-158130ACA8BD}" dt="2026-01-12T08:43:17.768" v="2291" actId="478"/>
          <ac:picMkLst>
            <pc:docMk/>
            <pc:sldMk cId="1662962433" sldId="318"/>
            <ac:picMk id="6" creationId="{C867AF8F-7437-B372-5C33-FBCD1E86BC82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6684213"/>
            <a:ext cx="16230600" cy="1596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dirty="0">
                <a:solidFill>
                  <a:srgbClr val="910048"/>
                </a:solidFill>
                <a:latin typeface="League Spartan"/>
              </a:rPr>
              <a:t>Cohort: A25</a:t>
            </a:r>
          </a:p>
          <a:p>
            <a:pPr algn="ctr">
              <a:lnSpc>
                <a:spcPts val="4200"/>
              </a:lnSpc>
            </a:pPr>
            <a:r>
              <a:rPr lang="en-US" sz="3000" dirty="0">
                <a:solidFill>
                  <a:srgbClr val="910048"/>
                </a:solidFill>
                <a:latin typeface="League Spartan"/>
              </a:rPr>
              <a:t>Course name: Software Engineering Part. 1</a:t>
            </a:r>
          </a:p>
          <a:p>
            <a:pPr algn="ctr">
              <a:lnSpc>
                <a:spcPts val="4200"/>
              </a:lnSpc>
            </a:pPr>
            <a:r>
              <a:rPr lang="en-US" sz="3000" dirty="0">
                <a:solidFill>
                  <a:srgbClr val="910048"/>
                </a:solidFill>
                <a:latin typeface="League Spartan"/>
              </a:rPr>
              <a:t>Professor: Clément ZIANE</a:t>
            </a:r>
          </a:p>
        </p:txBody>
      </p:sp>
      <p:sp>
        <p:nvSpPr>
          <p:cNvPr id="3" name="AutoShape 3"/>
          <p:cNvSpPr/>
          <p:nvPr/>
        </p:nvSpPr>
        <p:spPr>
          <a:xfrm>
            <a:off x="5897879" y="8496300"/>
            <a:ext cx="6492240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Box 4"/>
          <p:cNvSpPr txBox="1"/>
          <p:nvPr/>
        </p:nvSpPr>
        <p:spPr>
          <a:xfrm>
            <a:off x="1028700" y="8795977"/>
            <a:ext cx="16230600" cy="349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dirty="0">
                <a:solidFill>
                  <a:srgbClr val="910048"/>
                </a:solidFill>
                <a:latin typeface="League Spartan"/>
              </a:rPr>
              <a:t>https://www.datasciencetech.institute</a:t>
            </a:r>
          </a:p>
        </p:txBody>
      </p:sp>
      <p:sp>
        <p:nvSpPr>
          <p:cNvPr id="5" name="Freeform 5"/>
          <p:cNvSpPr/>
          <p:nvPr/>
        </p:nvSpPr>
        <p:spPr>
          <a:xfrm>
            <a:off x="5318165" y="1329062"/>
            <a:ext cx="7651669" cy="4941703"/>
          </a:xfrm>
          <a:custGeom>
            <a:avLst/>
            <a:gdLst/>
            <a:ahLst/>
            <a:cxnLst/>
            <a:rect l="l" t="t" r="r" b="b"/>
            <a:pathLst>
              <a:path w="7651669" h="4941703">
                <a:moveTo>
                  <a:pt x="0" y="0"/>
                </a:moveTo>
                <a:lnTo>
                  <a:pt x="7651670" y="0"/>
                </a:lnTo>
                <a:lnTo>
                  <a:pt x="7651670" y="4941704"/>
                </a:lnTo>
                <a:lnTo>
                  <a:pt x="0" y="49417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943600" y="490017"/>
            <a:ext cx="7199522" cy="1757883"/>
          </a:xfrm>
          <a:custGeom>
            <a:avLst/>
            <a:gdLst/>
            <a:ahLst/>
            <a:cxnLst/>
            <a:rect l="l" t="t" r="r" b="b"/>
            <a:pathLst>
              <a:path w="7693445" h="1878483">
                <a:moveTo>
                  <a:pt x="0" y="0"/>
                </a:moveTo>
                <a:lnTo>
                  <a:pt x="7693444" y="0"/>
                </a:lnTo>
                <a:lnTo>
                  <a:pt x="7693444" y="1878483"/>
                </a:lnTo>
                <a:lnTo>
                  <a:pt x="0" y="187848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Freeform 3"/>
          <p:cNvSpPr/>
          <p:nvPr/>
        </p:nvSpPr>
        <p:spPr>
          <a:xfrm>
            <a:off x="-6784111" y="-2803506"/>
            <a:ext cx="11404820" cy="16553776"/>
          </a:xfrm>
          <a:custGeom>
            <a:avLst/>
            <a:gdLst/>
            <a:ahLst/>
            <a:cxnLst/>
            <a:rect l="l" t="t" r="r" b="b"/>
            <a:pathLst>
              <a:path w="11404820" h="16553776">
                <a:moveTo>
                  <a:pt x="0" y="0"/>
                </a:moveTo>
                <a:lnTo>
                  <a:pt x="11404820" y="0"/>
                </a:lnTo>
                <a:lnTo>
                  <a:pt x="11404820" y="16553776"/>
                </a:lnTo>
                <a:lnTo>
                  <a:pt x="0" y="1655377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7000"/>
            </a:blip>
            <a:stretch>
              <a:fillRect t="-6622" r="-98831" b="-6622"/>
            </a:stretch>
          </a:blipFill>
        </p:spPr>
        <p:txBody>
          <a:bodyPr/>
          <a:lstStyle/>
          <a:p>
            <a:endParaRPr lang="en-GB" dirty="0"/>
          </a:p>
        </p:txBody>
      </p:sp>
      <p:sp>
        <p:nvSpPr>
          <p:cNvPr id="4" name="TextBox 4"/>
          <p:cNvSpPr txBox="1"/>
          <p:nvPr/>
        </p:nvSpPr>
        <p:spPr>
          <a:xfrm>
            <a:off x="4989722" y="3894549"/>
            <a:ext cx="8153400" cy="10382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 dirty="0">
                <a:solidFill>
                  <a:srgbClr val="000000"/>
                </a:solidFill>
                <a:latin typeface="League Spartan"/>
              </a:rPr>
              <a:t>Software Engineering P1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478237" y="5873338"/>
            <a:ext cx="5370909" cy="11033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409"/>
              </a:lnSpc>
            </a:pPr>
            <a:r>
              <a:rPr lang="en-US" sz="3150" dirty="0">
                <a:solidFill>
                  <a:srgbClr val="000000"/>
                </a:solidFill>
                <a:latin typeface="League Spartan"/>
              </a:rPr>
              <a:t>Core data structure &amp; complexity</a:t>
            </a:r>
          </a:p>
        </p:txBody>
      </p:sp>
      <p:sp>
        <p:nvSpPr>
          <p:cNvPr id="7" name="Freeform 2">
            <a:extLst>
              <a:ext uri="{FF2B5EF4-FFF2-40B4-BE49-F238E27FC236}">
                <a16:creationId xmlns:a16="http://schemas.microsoft.com/office/drawing/2014/main" id="{1962D1B6-09A0-DE80-8A5A-13AA6C3C3935}"/>
              </a:ext>
            </a:extLst>
          </p:cNvPr>
          <p:cNvSpPr/>
          <p:nvPr/>
        </p:nvSpPr>
        <p:spPr>
          <a:xfrm>
            <a:off x="16764000" y="8912700"/>
            <a:ext cx="1110967" cy="1110967"/>
          </a:xfrm>
          <a:custGeom>
            <a:avLst/>
            <a:gdLst/>
            <a:ahLst/>
            <a:cxnLst/>
            <a:rect l="l" t="t" r="r" b="b"/>
            <a:pathLst>
              <a:path w="765367" h="765367">
                <a:moveTo>
                  <a:pt x="0" y="0"/>
                </a:moveTo>
                <a:lnTo>
                  <a:pt x="765367" y="0"/>
                </a:lnTo>
                <a:lnTo>
                  <a:pt x="765367" y="765367"/>
                </a:lnTo>
                <a:lnTo>
                  <a:pt x="0" y="76536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764000" y="8912700"/>
            <a:ext cx="1110967" cy="1110967"/>
          </a:xfrm>
          <a:custGeom>
            <a:avLst/>
            <a:gdLst/>
            <a:ahLst/>
            <a:cxnLst/>
            <a:rect l="l" t="t" r="r" b="b"/>
            <a:pathLst>
              <a:path w="765367" h="765367">
                <a:moveTo>
                  <a:pt x="0" y="0"/>
                </a:moveTo>
                <a:lnTo>
                  <a:pt x="765367" y="0"/>
                </a:lnTo>
                <a:lnTo>
                  <a:pt x="765367" y="765367"/>
                </a:lnTo>
                <a:lnTo>
                  <a:pt x="0" y="7653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AutoShape 3"/>
          <p:cNvSpPr/>
          <p:nvPr/>
        </p:nvSpPr>
        <p:spPr>
          <a:xfrm>
            <a:off x="473074" y="1948892"/>
            <a:ext cx="7677766" cy="0"/>
          </a:xfrm>
          <a:prstGeom prst="line">
            <a:avLst/>
          </a:prstGeom>
          <a:ln w="95250" cap="rnd">
            <a:solidFill>
              <a:srgbClr val="9119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 dirty="0"/>
          </a:p>
        </p:txBody>
      </p:sp>
      <p:sp>
        <p:nvSpPr>
          <p:cNvPr id="4" name="TextBox 4"/>
          <p:cNvSpPr txBox="1"/>
          <p:nvPr/>
        </p:nvSpPr>
        <p:spPr>
          <a:xfrm>
            <a:off x="473074" y="570491"/>
            <a:ext cx="13395326" cy="10382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400"/>
              </a:lnSpc>
            </a:pPr>
            <a:r>
              <a:rPr lang="en-US" sz="6000" dirty="0">
                <a:solidFill>
                  <a:srgbClr val="000000"/>
                </a:solidFill>
                <a:latin typeface="League Spartan"/>
              </a:rPr>
              <a:t>Course Plan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A21EAC8-27A8-CEEA-AE97-2D38313CD1E1}"/>
              </a:ext>
            </a:extLst>
          </p:cNvPr>
          <p:cNvSpPr txBox="1"/>
          <p:nvPr/>
        </p:nvSpPr>
        <p:spPr>
          <a:xfrm>
            <a:off x="473074" y="2628900"/>
            <a:ext cx="17401893" cy="22745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4409"/>
              </a:lnSpc>
              <a:buFont typeface="+mj-lt"/>
              <a:buAutoNum type="arabicPeriod"/>
            </a:pPr>
            <a:r>
              <a:rPr lang="en-US" dirty="0">
                <a:solidFill>
                  <a:srgbClr val="000000"/>
                </a:solidFill>
                <a:latin typeface="League Spartan"/>
              </a:rPr>
              <a:t>Introduction to Rust and Memory Management</a:t>
            </a:r>
          </a:p>
          <a:p>
            <a:pPr marL="342900" indent="-342900">
              <a:lnSpc>
                <a:spcPts val="4409"/>
              </a:lnSpc>
              <a:buFont typeface="+mj-lt"/>
              <a:buAutoNum type="arabicPeriod"/>
            </a:pPr>
            <a:r>
              <a:rPr lang="en-US" sz="1800" dirty="0">
                <a:solidFill>
                  <a:srgbClr val="91194B"/>
                </a:solidFill>
                <a:latin typeface="League Spartan"/>
              </a:rPr>
              <a:t>Core Data Structures and Complexity</a:t>
            </a:r>
          </a:p>
          <a:p>
            <a:pPr marL="342900" indent="-342900">
              <a:lnSpc>
                <a:spcPts val="4409"/>
              </a:lnSpc>
              <a:buFont typeface="+mj-lt"/>
              <a:buAutoNum type="arabicPeriod"/>
            </a:pPr>
            <a:r>
              <a:rPr lang="en-US" sz="1800" dirty="0">
                <a:solidFill>
                  <a:srgbClr val="000000"/>
                </a:solidFill>
                <a:latin typeface="League Spartan"/>
              </a:rPr>
              <a:t>Advanced Data Structures and Procedural Design</a:t>
            </a:r>
          </a:p>
          <a:p>
            <a:pPr marL="342900" indent="-342900">
              <a:lnSpc>
                <a:spcPts val="4409"/>
              </a:lnSpc>
              <a:buFont typeface="+mj-lt"/>
              <a:buAutoNum type="arabicPeriod"/>
            </a:pPr>
            <a:r>
              <a:rPr lang="en-GB" sz="1800" dirty="0">
                <a:solidFill>
                  <a:srgbClr val="000000"/>
                </a:solidFill>
                <a:latin typeface="League Spartan"/>
              </a:rPr>
              <a:t>Testing, Correctness, and Performance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03E72D-A53C-02DE-3AAC-8191B9900A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09B1B0F9-4E8E-1B15-F200-EB6234F0E1D3}"/>
              </a:ext>
            </a:extLst>
          </p:cNvPr>
          <p:cNvSpPr/>
          <p:nvPr/>
        </p:nvSpPr>
        <p:spPr>
          <a:xfrm>
            <a:off x="16764000" y="8912700"/>
            <a:ext cx="1110967" cy="1110967"/>
          </a:xfrm>
          <a:custGeom>
            <a:avLst/>
            <a:gdLst/>
            <a:ahLst/>
            <a:cxnLst/>
            <a:rect l="l" t="t" r="r" b="b"/>
            <a:pathLst>
              <a:path w="765367" h="765367">
                <a:moveTo>
                  <a:pt x="0" y="0"/>
                </a:moveTo>
                <a:lnTo>
                  <a:pt x="765367" y="0"/>
                </a:lnTo>
                <a:lnTo>
                  <a:pt x="765367" y="765367"/>
                </a:lnTo>
                <a:lnTo>
                  <a:pt x="0" y="7653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DC54E935-82A1-E5D3-2961-3560E4AB6D70}"/>
              </a:ext>
            </a:extLst>
          </p:cNvPr>
          <p:cNvSpPr/>
          <p:nvPr/>
        </p:nvSpPr>
        <p:spPr>
          <a:xfrm>
            <a:off x="473074" y="1948892"/>
            <a:ext cx="7677766" cy="0"/>
          </a:xfrm>
          <a:prstGeom prst="line">
            <a:avLst/>
          </a:prstGeom>
          <a:ln w="95250" cap="rnd">
            <a:solidFill>
              <a:srgbClr val="9119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 dirty="0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AA08A636-280B-E425-5017-2988C691FAA1}"/>
              </a:ext>
            </a:extLst>
          </p:cNvPr>
          <p:cNvSpPr txBox="1"/>
          <p:nvPr/>
        </p:nvSpPr>
        <p:spPr>
          <a:xfrm>
            <a:off x="473074" y="570491"/>
            <a:ext cx="15528926" cy="10286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400"/>
              </a:lnSpc>
            </a:pPr>
            <a:r>
              <a:rPr lang="en-US" sz="6000" dirty="0">
                <a:solidFill>
                  <a:srgbClr val="000000"/>
                </a:solidFill>
                <a:latin typeface="League Spartan"/>
              </a:rPr>
              <a:t>Core Data Structures and Complexity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94255B-FE2C-C15B-A2C1-B54EDCDE8FCF}"/>
              </a:ext>
            </a:extLst>
          </p:cNvPr>
          <p:cNvSpPr txBox="1"/>
          <p:nvPr/>
        </p:nvSpPr>
        <p:spPr>
          <a:xfrm>
            <a:off x="473075" y="2628900"/>
            <a:ext cx="7527926" cy="56600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4409"/>
              </a:lnSpc>
              <a:buFont typeface="+mj-lt"/>
              <a:buAutoNum type="arabicPeriod"/>
            </a:pPr>
            <a:r>
              <a:rPr lang="en-GB" sz="1800" dirty="0">
                <a:solidFill>
                  <a:srgbClr val="000000"/>
                </a:solidFill>
                <a:latin typeface="League Spartan"/>
              </a:rPr>
              <a:t>Core concepts</a:t>
            </a:r>
          </a:p>
          <a:p>
            <a:pPr marL="800100" lvl="1" indent="-342900">
              <a:lnSpc>
                <a:spcPts val="4409"/>
              </a:lnSpc>
              <a:buFont typeface="+mj-lt"/>
              <a:buAutoNum type="arabicPeriod"/>
            </a:pPr>
            <a:r>
              <a:rPr lang="en-GB" dirty="0">
                <a:solidFill>
                  <a:srgbClr val="000000"/>
                </a:solidFill>
                <a:latin typeface="League Spartan"/>
              </a:rPr>
              <a:t>Lifetime</a:t>
            </a:r>
          </a:p>
          <a:p>
            <a:pPr marL="800100" lvl="1" indent="-342900">
              <a:lnSpc>
                <a:spcPts val="4409"/>
              </a:lnSpc>
              <a:buFont typeface="+mj-lt"/>
              <a:buAutoNum type="arabicPeriod"/>
            </a:pPr>
            <a:r>
              <a:rPr lang="en-GB" dirty="0">
                <a:solidFill>
                  <a:srgbClr val="000000"/>
                </a:solidFill>
                <a:latin typeface="League Spartan"/>
              </a:rPr>
              <a:t>Option/Result and ?</a:t>
            </a:r>
          </a:p>
          <a:p>
            <a:pPr marL="800100" lvl="1" indent="-342900">
              <a:lnSpc>
                <a:spcPts val="4409"/>
              </a:lnSpc>
              <a:buFont typeface="+mj-lt"/>
              <a:buAutoNum type="arabicPeriod"/>
            </a:pPr>
            <a:r>
              <a:rPr lang="en-GB" dirty="0">
                <a:solidFill>
                  <a:srgbClr val="000000"/>
                </a:solidFill>
                <a:latin typeface="League Spartan"/>
              </a:rPr>
              <a:t>Struct</a:t>
            </a:r>
          </a:p>
          <a:p>
            <a:pPr marL="1257300" lvl="2" indent="-342900">
              <a:lnSpc>
                <a:spcPts val="4409"/>
              </a:lnSpc>
              <a:buFont typeface="+mj-lt"/>
              <a:buAutoNum type="arabicPeriod"/>
            </a:pPr>
            <a:r>
              <a:rPr lang="en-GB" dirty="0">
                <a:solidFill>
                  <a:srgbClr val="000000"/>
                </a:solidFill>
                <a:latin typeface="League Spartan"/>
              </a:rPr>
              <a:t>Definition</a:t>
            </a:r>
          </a:p>
          <a:p>
            <a:pPr marL="1257300" lvl="2" indent="-342900">
              <a:lnSpc>
                <a:spcPts val="4409"/>
              </a:lnSpc>
              <a:buFont typeface="+mj-lt"/>
              <a:buAutoNum type="arabicPeriod"/>
            </a:pPr>
            <a:r>
              <a:rPr lang="en-GB" dirty="0">
                <a:solidFill>
                  <a:srgbClr val="000000"/>
                </a:solidFill>
                <a:latin typeface="League Spartan"/>
              </a:rPr>
              <a:t>Implement</a:t>
            </a:r>
          </a:p>
          <a:p>
            <a:pPr marL="800100" lvl="1" indent="-342900">
              <a:lnSpc>
                <a:spcPts val="4409"/>
              </a:lnSpc>
              <a:buFont typeface="+mj-lt"/>
              <a:buAutoNum type="arabicPeriod"/>
            </a:pPr>
            <a:r>
              <a:rPr lang="en-GB" dirty="0">
                <a:solidFill>
                  <a:srgbClr val="000000"/>
                </a:solidFill>
                <a:latin typeface="League Spartan"/>
              </a:rPr>
              <a:t>Traits</a:t>
            </a:r>
          </a:p>
          <a:p>
            <a:pPr marL="1257300" lvl="2" indent="-342900">
              <a:lnSpc>
                <a:spcPts val="4409"/>
              </a:lnSpc>
              <a:buFont typeface="+mj-lt"/>
              <a:buAutoNum type="arabicPeriod"/>
            </a:pPr>
            <a:r>
              <a:rPr lang="en-GB" dirty="0">
                <a:solidFill>
                  <a:srgbClr val="000000"/>
                </a:solidFill>
                <a:latin typeface="League Spartan"/>
              </a:rPr>
              <a:t>Iterator trait</a:t>
            </a:r>
          </a:p>
          <a:p>
            <a:pPr marL="1257300" lvl="2" indent="-342900">
              <a:lnSpc>
                <a:spcPts val="4409"/>
              </a:lnSpc>
              <a:buFont typeface="+mj-lt"/>
              <a:buAutoNum type="arabicPeriod"/>
            </a:pPr>
            <a:r>
              <a:rPr lang="en-GB" dirty="0">
                <a:solidFill>
                  <a:srgbClr val="000000"/>
                </a:solidFill>
                <a:latin typeface="League Spartan"/>
              </a:rPr>
              <a:t>Custom traits</a:t>
            </a:r>
          </a:p>
          <a:p>
            <a:pPr marL="800100" lvl="1" indent="-342900">
              <a:lnSpc>
                <a:spcPts val="4409"/>
              </a:lnSpc>
              <a:buFont typeface="+mj-lt"/>
              <a:buAutoNum type="arabicPeriod"/>
            </a:pPr>
            <a:r>
              <a:rPr lang="en-GB" dirty="0">
                <a:solidFill>
                  <a:srgbClr val="000000"/>
                </a:solidFill>
                <a:latin typeface="League Spartan"/>
              </a:rPr>
              <a:t>Generic Type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C8A218-E5C2-AAB0-4520-1C19A5A30DA4}"/>
              </a:ext>
            </a:extLst>
          </p:cNvPr>
          <p:cNvSpPr txBox="1"/>
          <p:nvPr/>
        </p:nvSpPr>
        <p:spPr>
          <a:xfrm>
            <a:off x="9372599" y="2630606"/>
            <a:ext cx="8502367" cy="45315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ts val="4409"/>
              </a:lnSpc>
              <a:buFont typeface="+mj-lt"/>
              <a:buAutoNum type="arabicPeriod" startAt="2"/>
            </a:pPr>
            <a:r>
              <a:rPr lang="en-GB" dirty="0">
                <a:solidFill>
                  <a:srgbClr val="000000"/>
                </a:solidFill>
                <a:latin typeface="League Spartan"/>
              </a:rPr>
              <a:t>Core Data structures</a:t>
            </a:r>
          </a:p>
          <a:p>
            <a:pPr marL="800100" lvl="1" indent="-342900">
              <a:lnSpc>
                <a:spcPts val="4409"/>
              </a:lnSpc>
              <a:buFont typeface="+mj-lt"/>
              <a:buAutoNum type="arabicPeriod"/>
            </a:pPr>
            <a:r>
              <a:rPr lang="en-GB" dirty="0">
                <a:solidFill>
                  <a:srgbClr val="000000"/>
                </a:solidFill>
                <a:latin typeface="League Spartan"/>
              </a:rPr>
              <a:t>LinkedList</a:t>
            </a:r>
          </a:p>
          <a:p>
            <a:pPr marL="800100" lvl="1" indent="-342900">
              <a:lnSpc>
                <a:spcPts val="4409"/>
              </a:lnSpc>
              <a:buFont typeface="+mj-lt"/>
              <a:buAutoNum type="arabicPeriod"/>
            </a:pPr>
            <a:r>
              <a:rPr lang="en-GB" dirty="0" err="1">
                <a:solidFill>
                  <a:srgbClr val="000000"/>
                </a:solidFill>
                <a:latin typeface="League Spartan"/>
              </a:rPr>
              <a:t>VecDeque</a:t>
            </a:r>
            <a:endParaRPr lang="en-GB" dirty="0">
              <a:solidFill>
                <a:srgbClr val="000000"/>
              </a:solidFill>
              <a:latin typeface="League Spartan"/>
            </a:endParaRPr>
          </a:p>
          <a:p>
            <a:pPr marL="800100" lvl="1" indent="-342900">
              <a:lnSpc>
                <a:spcPts val="4409"/>
              </a:lnSpc>
              <a:buFont typeface="+mj-lt"/>
              <a:buAutoNum type="arabicPeriod"/>
            </a:pPr>
            <a:r>
              <a:rPr lang="en-GB" dirty="0" err="1">
                <a:solidFill>
                  <a:srgbClr val="000000"/>
                </a:solidFill>
                <a:latin typeface="League Spartan"/>
              </a:rPr>
              <a:t>BinaryHeap</a:t>
            </a:r>
            <a:endParaRPr lang="en-GB" dirty="0">
              <a:solidFill>
                <a:srgbClr val="000000"/>
              </a:solidFill>
              <a:latin typeface="League Spartan"/>
            </a:endParaRPr>
          </a:p>
          <a:p>
            <a:pPr marL="800100" lvl="1" indent="-342900">
              <a:lnSpc>
                <a:spcPts val="4409"/>
              </a:lnSpc>
              <a:buFont typeface="+mj-lt"/>
              <a:buAutoNum type="arabicPeriod"/>
            </a:pPr>
            <a:r>
              <a:rPr lang="en-GB" dirty="0"/>
              <a:t>HashMap</a:t>
            </a:r>
          </a:p>
          <a:p>
            <a:pPr marL="800100" lvl="1" indent="-342900">
              <a:lnSpc>
                <a:spcPts val="4409"/>
              </a:lnSpc>
              <a:buFont typeface="+mj-lt"/>
              <a:buAutoNum type="arabicPeriod"/>
            </a:pPr>
            <a:r>
              <a:rPr lang="en-GB" dirty="0"/>
              <a:t>HashSet</a:t>
            </a:r>
          </a:p>
          <a:p>
            <a:pPr marL="800100" lvl="1" indent="-342900">
              <a:lnSpc>
                <a:spcPts val="4409"/>
              </a:lnSpc>
              <a:buFont typeface="+mj-lt"/>
              <a:buAutoNum type="arabicPeriod"/>
            </a:pPr>
            <a:r>
              <a:rPr lang="en-GB" dirty="0" err="1"/>
              <a:t>BTreeMap</a:t>
            </a:r>
            <a:endParaRPr lang="en-GB" dirty="0"/>
          </a:p>
          <a:p>
            <a:pPr marL="800100" lvl="1" indent="-342900">
              <a:lnSpc>
                <a:spcPts val="4409"/>
              </a:lnSpc>
              <a:buFont typeface="+mj-lt"/>
              <a:buAutoNum type="arabicPeriod"/>
            </a:pPr>
            <a:r>
              <a:rPr lang="en-GB" dirty="0" err="1"/>
              <a:t>BTreeSet</a:t>
            </a:r>
            <a:endParaRPr lang="en-GB" dirty="0">
              <a:solidFill>
                <a:srgbClr val="000000"/>
              </a:solidFill>
              <a:latin typeface="League Spartan"/>
            </a:endParaRPr>
          </a:p>
        </p:txBody>
      </p:sp>
    </p:spTree>
    <p:extLst>
      <p:ext uri="{BB962C8B-B14F-4D97-AF65-F5344CB8AC3E}">
        <p14:creationId xmlns:p14="http://schemas.microsoft.com/office/powerpoint/2010/main" val="9831870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165A01-7419-C291-F1DF-FBD64B6ED0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F1ADAFF4-28D9-1D24-4BF5-A7EC34A50ADC}"/>
              </a:ext>
            </a:extLst>
          </p:cNvPr>
          <p:cNvSpPr/>
          <p:nvPr/>
        </p:nvSpPr>
        <p:spPr>
          <a:xfrm>
            <a:off x="5943600" y="490017"/>
            <a:ext cx="7199522" cy="1757883"/>
          </a:xfrm>
          <a:custGeom>
            <a:avLst/>
            <a:gdLst/>
            <a:ahLst/>
            <a:cxnLst/>
            <a:rect l="l" t="t" r="r" b="b"/>
            <a:pathLst>
              <a:path w="7693445" h="1878483">
                <a:moveTo>
                  <a:pt x="0" y="0"/>
                </a:moveTo>
                <a:lnTo>
                  <a:pt x="7693444" y="0"/>
                </a:lnTo>
                <a:lnTo>
                  <a:pt x="7693444" y="1878483"/>
                </a:lnTo>
                <a:lnTo>
                  <a:pt x="0" y="187848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7D04340F-F57D-8886-5992-CF66F5C5F6D0}"/>
              </a:ext>
            </a:extLst>
          </p:cNvPr>
          <p:cNvSpPr/>
          <p:nvPr/>
        </p:nvSpPr>
        <p:spPr>
          <a:xfrm>
            <a:off x="-6784111" y="-2803506"/>
            <a:ext cx="11404820" cy="16553776"/>
          </a:xfrm>
          <a:custGeom>
            <a:avLst/>
            <a:gdLst/>
            <a:ahLst/>
            <a:cxnLst/>
            <a:rect l="l" t="t" r="r" b="b"/>
            <a:pathLst>
              <a:path w="11404820" h="16553776">
                <a:moveTo>
                  <a:pt x="0" y="0"/>
                </a:moveTo>
                <a:lnTo>
                  <a:pt x="11404820" y="0"/>
                </a:lnTo>
                <a:lnTo>
                  <a:pt x="11404820" y="16553776"/>
                </a:lnTo>
                <a:lnTo>
                  <a:pt x="0" y="1655377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7000"/>
            </a:blip>
            <a:stretch>
              <a:fillRect t="-6622" r="-98831" b="-6622"/>
            </a:stretch>
          </a:blipFill>
        </p:spPr>
        <p:txBody>
          <a:bodyPr/>
          <a:lstStyle/>
          <a:p>
            <a:endParaRPr lang="en-GB" dirty="0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400C4C5B-3C94-BA82-3419-11DB3D7FF677}"/>
              </a:ext>
            </a:extLst>
          </p:cNvPr>
          <p:cNvSpPr txBox="1"/>
          <p:nvPr/>
        </p:nvSpPr>
        <p:spPr>
          <a:xfrm>
            <a:off x="0" y="3894549"/>
            <a:ext cx="18288000" cy="21058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 dirty="0">
                <a:solidFill>
                  <a:srgbClr val="000000"/>
                </a:solidFill>
                <a:latin typeface="League Spartan"/>
              </a:rPr>
              <a:t>Core data structure &amp; complexity</a:t>
            </a:r>
          </a:p>
          <a:p>
            <a:pPr algn="ctr">
              <a:lnSpc>
                <a:spcPts val="8400"/>
              </a:lnSpc>
            </a:pPr>
            <a:endParaRPr lang="en-US" sz="6000" dirty="0">
              <a:solidFill>
                <a:srgbClr val="000000"/>
              </a:solidFill>
              <a:latin typeface="League Spartan"/>
            </a:endParaRP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1EC8727E-5C29-4657-BC7B-A976455BD56D}"/>
              </a:ext>
            </a:extLst>
          </p:cNvPr>
          <p:cNvSpPr txBox="1"/>
          <p:nvPr/>
        </p:nvSpPr>
        <p:spPr>
          <a:xfrm>
            <a:off x="6478237" y="5873338"/>
            <a:ext cx="5370909" cy="5443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409"/>
              </a:lnSpc>
            </a:pPr>
            <a:r>
              <a:rPr lang="en-US" sz="3150" dirty="0">
                <a:solidFill>
                  <a:srgbClr val="000000"/>
                </a:solidFill>
                <a:latin typeface="League Spartan"/>
              </a:rPr>
              <a:t>Core concepts</a:t>
            </a:r>
          </a:p>
        </p:txBody>
      </p:sp>
      <p:sp>
        <p:nvSpPr>
          <p:cNvPr id="7" name="Freeform 2">
            <a:extLst>
              <a:ext uri="{FF2B5EF4-FFF2-40B4-BE49-F238E27FC236}">
                <a16:creationId xmlns:a16="http://schemas.microsoft.com/office/drawing/2014/main" id="{7F870E0E-59F5-419C-4422-758B5D2E12CD}"/>
              </a:ext>
            </a:extLst>
          </p:cNvPr>
          <p:cNvSpPr/>
          <p:nvPr/>
        </p:nvSpPr>
        <p:spPr>
          <a:xfrm>
            <a:off x="16764000" y="8912700"/>
            <a:ext cx="1110967" cy="1110967"/>
          </a:xfrm>
          <a:custGeom>
            <a:avLst/>
            <a:gdLst/>
            <a:ahLst/>
            <a:cxnLst/>
            <a:rect l="l" t="t" r="r" b="b"/>
            <a:pathLst>
              <a:path w="765367" h="765367">
                <a:moveTo>
                  <a:pt x="0" y="0"/>
                </a:moveTo>
                <a:lnTo>
                  <a:pt x="765367" y="0"/>
                </a:lnTo>
                <a:lnTo>
                  <a:pt x="765367" y="765367"/>
                </a:lnTo>
                <a:lnTo>
                  <a:pt x="0" y="76536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284614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2668D1-E61E-07B5-34E4-55BE2C3DA2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F3B57EC5-DFD5-7DE8-A483-874B1D55F694}"/>
              </a:ext>
            </a:extLst>
          </p:cNvPr>
          <p:cNvSpPr/>
          <p:nvPr/>
        </p:nvSpPr>
        <p:spPr>
          <a:xfrm>
            <a:off x="16764000" y="8912700"/>
            <a:ext cx="1110967" cy="1110967"/>
          </a:xfrm>
          <a:custGeom>
            <a:avLst/>
            <a:gdLst/>
            <a:ahLst/>
            <a:cxnLst/>
            <a:rect l="l" t="t" r="r" b="b"/>
            <a:pathLst>
              <a:path w="765367" h="765367">
                <a:moveTo>
                  <a:pt x="0" y="0"/>
                </a:moveTo>
                <a:lnTo>
                  <a:pt x="765367" y="0"/>
                </a:lnTo>
                <a:lnTo>
                  <a:pt x="765367" y="765367"/>
                </a:lnTo>
                <a:lnTo>
                  <a:pt x="0" y="7653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99769A22-5725-8715-2D73-1C5DEC2803A6}"/>
              </a:ext>
            </a:extLst>
          </p:cNvPr>
          <p:cNvSpPr/>
          <p:nvPr/>
        </p:nvSpPr>
        <p:spPr>
          <a:xfrm>
            <a:off x="473074" y="1948892"/>
            <a:ext cx="7677766" cy="0"/>
          </a:xfrm>
          <a:prstGeom prst="line">
            <a:avLst/>
          </a:prstGeom>
          <a:ln w="95250" cap="rnd">
            <a:solidFill>
              <a:srgbClr val="9119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 dirty="0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2FBB72B5-E499-6212-3DA9-FDDD9D7D8BA5}"/>
              </a:ext>
            </a:extLst>
          </p:cNvPr>
          <p:cNvSpPr txBox="1"/>
          <p:nvPr/>
        </p:nvSpPr>
        <p:spPr>
          <a:xfrm>
            <a:off x="473074" y="570491"/>
            <a:ext cx="13395326" cy="10382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400"/>
              </a:lnSpc>
            </a:pPr>
            <a:r>
              <a:rPr lang="en-US" sz="6000" dirty="0">
                <a:solidFill>
                  <a:srgbClr val="000000"/>
                </a:solidFill>
                <a:latin typeface="League Spartan"/>
              </a:rPr>
              <a:t>Lifetime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84156DD-F89E-9C06-030A-6E71F307AE32}"/>
              </a:ext>
            </a:extLst>
          </p:cNvPr>
          <p:cNvSpPr txBox="1"/>
          <p:nvPr/>
        </p:nvSpPr>
        <p:spPr>
          <a:xfrm>
            <a:off x="473074" y="2628900"/>
            <a:ext cx="17401893" cy="56600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409"/>
              </a:lnSpc>
            </a:pPr>
            <a:r>
              <a:rPr lang="en-US" sz="1800" dirty="0">
                <a:solidFill>
                  <a:srgbClr val="000000"/>
                </a:solidFill>
                <a:latin typeface="League Spartan"/>
              </a:rPr>
              <a:t>Lifetimes are a concept / feature that ensures references are always </a:t>
            </a:r>
            <a:r>
              <a:rPr lang="en-US" sz="1800" b="1" dirty="0">
                <a:solidFill>
                  <a:srgbClr val="91194B"/>
                </a:solidFill>
                <a:latin typeface="League Spartan"/>
              </a:rPr>
              <a:t>valid for the duration they are used</a:t>
            </a:r>
            <a:r>
              <a:rPr lang="en-US" sz="1800" dirty="0">
                <a:solidFill>
                  <a:srgbClr val="000000"/>
                </a:solidFill>
                <a:latin typeface="League Spartan"/>
              </a:rPr>
              <a:t>. They are a way of annotating references with information about how long the data they point to will be valid.</a:t>
            </a:r>
          </a:p>
          <a:p>
            <a:pPr>
              <a:lnSpc>
                <a:spcPts val="4409"/>
              </a:lnSpc>
            </a:pPr>
            <a:endParaRPr lang="en-US" dirty="0">
              <a:solidFill>
                <a:srgbClr val="000000"/>
              </a:solidFill>
              <a:latin typeface="League Spartan"/>
            </a:endParaRPr>
          </a:p>
          <a:p>
            <a:pPr>
              <a:lnSpc>
                <a:spcPts val="4409"/>
              </a:lnSpc>
            </a:pPr>
            <a:r>
              <a:rPr lang="en-US" sz="1800" dirty="0">
                <a:solidFill>
                  <a:srgbClr val="000000"/>
                </a:solidFill>
                <a:latin typeface="League Spartan"/>
              </a:rPr>
              <a:t>Lifetimes address the problem of dangling references. </a:t>
            </a:r>
            <a:r>
              <a:rPr lang="en-US" sz="1800" b="1" dirty="0">
                <a:solidFill>
                  <a:srgbClr val="91194B"/>
                </a:solidFill>
                <a:latin typeface="League Spartan"/>
              </a:rPr>
              <a:t>A dangling reference occurs when a reference points to data that has been deallocated or is no longer valid</a:t>
            </a:r>
            <a:r>
              <a:rPr lang="en-US" sz="1800" dirty="0">
                <a:solidFill>
                  <a:srgbClr val="000000"/>
                </a:solidFill>
                <a:latin typeface="League Spartan"/>
              </a:rPr>
              <a:t>. This can happen if the data a reference points to is dropped while the reference itself is still in use.</a:t>
            </a:r>
          </a:p>
          <a:p>
            <a:pPr>
              <a:lnSpc>
                <a:spcPts val="4409"/>
              </a:lnSpc>
            </a:pPr>
            <a:endParaRPr lang="en-US" dirty="0">
              <a:solidFill>
                <a:srgbClr val="000000"/>
              </a:solidFill>
              <a:latin typeface="League Spartan"/>
            </a:endParaRPr>
          </a:p>
          <a:p>
            <a:pPr>
              <a:lnSpc>
                <a:spcPts val="4409"/>
              </a:lnSpc>
            </a:pPr>
            <a:endParaRPr lang="en-US" sz="1800" dirty="0">
              <a:solidFill>
                <a:srgbClr val="000000"/>
              </a:solidFill>
              <a:latin typeface="League Spartan"/>
            </a:endParaRPr>
          </a:p>
          <a:p>
            <a:pPr>
              <a:lnSpc>
                <a:spcPts val="4409"/>
              </a:lnSpc>
            </a:pPr>
            <a:endParaRPr lang="en-US" dirty="0">
              <a:solidFill>
                <a:srgbClr val="000000"/>
              </a:solidFill>
              <a:latin typeface="League Spartan"/>
            </a:endParaRPr>
          </a:p>
          <a:p>
            <a:pPr>
              <a:lnSpc>
                <a:spcPts val="4409"/>
              </a:lnSpc>
            </a:pPr>
            <a:endParaRPr lang="en-US" sz="1800" dirty="0">
              <a:solidFill>
                <a:srgbClr val="000000"/>
              </a:solidFill>
              <a:latin typeface="League Spartan"/>
            </a:endParaRPr>
          </a:p>
          <a:p>
            <a:pPr>
              <a:lnSpc>
                <a:spcPts val="4409"/>
              </a:lnSpc>
            </a:pPr>
            <a:endParaRPr lang="en-GB" sz="1800" dirty="0">
              <a:solidFill>
                <a:srgbClr val="000000"/>
              </a:solidFill>
              <a:latin typeface="League Spartan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4846D3B-7937-A0A0-D7BC-38C8025B4E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9261" y="5981700"/>
            <a:ext cx="8329477" cy="1442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36493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758904C-E783-3D85-E04F-E7DBE88699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C50D50C5-A467-9884-0983-753B8ED1F574}"/>
              </a:ext>
            </a:extLst>
          </p:cNvPr>
          <p:cNvSpPr/>
          <p:nvPr/>
        </p:nvSpPr>
        <p:spPr>
          <a:xfrm>
            <a:off x="16764000" y="8912700"/>
            <a:ext cx="1110967" cy="1110967"/>
          </a:xfrm>
          <a:custGeom>
            <a:avLst/>
            <a:gdLst/>
            <a:ahLst/>
            <a:cxnLst/>
            <a:rect l="l" t="t" r="r" b="b"/>
            <a:pathLst>
              <a:path w="765367" h="765367">
                <a:moveTo>
                  <a:pt x="0" y="0"/>
                </a:moveTo>
                <a:lnTo>
                  <a:pt x="765367" y="0"/>
                </a:lnTo>
                <a:lnTo>
                  <a:pt x="765367" y="765367"/>
                </a:lnTo>
                <a:lnTo>
                  <a:pt x="0" y="7653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F352EF07-7F43-29D7-6993-D164F28DF63B}"/>
              </a:ext>
            </a:extLst>
          </p:cNvPr>
          <p:cNvSpPr/>
          <p:nvPr/>
        </p:nvSpPr>
        <p:spPr>
          <a:xfrm>
            <a:off x="473074" y="1948892"/>
            <a:ext cx="7677766" cy="0"/>
          </a:xfrm>
          <a:prstGeom prst="line">
            <a:avLst/>
          </a:prstGeom>
          <a:ln w="95250" cap="rnd">
            <a:solidFill>
              <a:srgbClr val="9119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 dirty="0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6B69C685-1422-66FC-F118-2DC38344E338}"/>
              </a:ext>
            </a:extLst>
          </p:cNvPr>
          <p:cNvSpPr txBox="1"/>
          <p:nvPr/>
        </p:nvSpPr>
        <p:spPr>
          <a:xfrm>
            <a:off x="473074" y="570491"/>
            <a:ext cx="13395326" cy="10382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400"/>
              </a:lnSpc>
            </a:pPr>
            <a:r>
              <a:rPr lang="en-US" sz="6000" dirty="0">
                <a:solidFill>
                  <a:srgbClr val="000000"/>
                </a:solidFill>
                <a:latin typeface="League Spartan"/>
              </a:rPr>
              <a:t>Inferred Lifetime : Elision Rules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1462C97-7A7F-EBFB-175F-D88998C27D6A}"/>
              </a:ext>
            </a:extLst>
          </p:cNvPr>
          <p:cNvSpPr txBox="1"/>
          <p:nvPr/>
        </p:nvSpPr>
        <p:spPr>
          <a:xfrm>
            <a:off x="473074" y="2628900"/>
            <a:ext cx="17401893" cy="6788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409"/>
              </a:lnSpc>
            </a:pPr>
            <a:r>
              <a:rPr lang="en-US" sz="1800" dirty="0">
                <a:solidFill>
                  <a:srgbClr val="000000"/>
                </a:solidFill>
                <a:latin typeface="League Spartan"/>
              </a:rPr>
              <a:t>Rust has rules for inferring lifetimes in certain cases, known as lifetime elision rules. These rules reduce the need for explicit lifetime annotations in common patterns.</a:t>
            </a:r>
            <a:endParaRPr lang="en-US" dirty="0">
              <a:solidFill>
                <a:srgbClr val="000000"/>
              </a:solidFill>
              <a:latin typeface="League Spartan"/>
            </a:endParaRPr>
          </a:p>
          <a:p>
            <a:pPr marL="342900" indent="-342900">
              <a:lnSpc>
                <a:spcPts val="4409"/>
              </a:lnSpc>
              <a:buFont typeface="+mj-lt"/>
              <a:buAutoNum type="arabicPeriod"/>
            </a:pPr>
            <a:r>
              <a:rPr lang="en-US" sz="1800" dirty="0">
                <a:solidFill>
                  <a:srgbClr val="000000"/>
                </a:solidFill>
                <a:latin typeface="League Spartan"/>
              </a:rPr>
              <a:t>Each input reference gets its own lifetime parameter.</a:t>
            </a:r>
          </a:p>
          <a:p>
            <a:pPr marL="342900" indent="-342900">
              <a:lnSpc>
                <a:spcPts val="4409"/>
              </a:lnSpc>
              <a:buFont typeface="+mj-lt"/>
              <a:buAutoNum type="arabicPeriod"/>
            </a:pPr>
            <a:r>
              <a:rPr lang="en-US" sz="1800" dirty="0">
                <a:solidFill>
                  <a:srgbClr val="000000"/>
                </a:solidFill>
                <a:latin typeface="League Spartan"/>
              </a:rPr>
              <a:t>If there is exactly one input lifetime, that lifetime is assigned to all output lifetimes.</a:t>
            </a:r>
          </a:p>
          <a:p>
            <a:pPr marL="342900" indent="-342900">
              <a:lnSpc>
                <a:spcPts val="4409"/>
              </a:lnSpc>
              <a:buFont typeface="+mj-lt"/>
              <a:buAutoNum type="arabicPeriod"/>
            </a:pPr>
            <a:r>
              <a:rPr lang="en-US" sz="1800" dirty="0">
                <a:solidFill>
                  <a:srgbClr val="000000"/>
                </a:solidFill>
                <a:latin typeface="League Spartan"/>
              </a:rPr>
              <a:t>If there are multiple input lifetimes, but one of them is &amp;self or &amp;mut self, the lifetime of self is assigned to all output lifetimes.</a:t>
            </a:r>
          </a:p>
          <a:p>
            <a:pPr marL="342900" indent="-342900">
              <a:lnSpc>
                <a:spcPts val="4409"/>
              </a:lnSpc>
              <a:buFont typeface="+mj-lt"/>
              <a:buAutoNum type="arabicPeriod"/>
            </a:pPr>
            <a:endParaRPr lang="en-US" dirty="0">
              <a:solidFill>
                <a:srgbClr val="000000"/>
              </a:solidFill>
              <a:latin typeface="League Spartan"/>
            </a:endParaRPr>
          </a:p>
          <a:p>
            <a:pPr marL="342900" indent="-342900">
              <a:lnSpc>
                <a:spcPts val="4409"/>
              </a:lnSpc>
              <a:buFont typeface="+mj-lt"/>
              <a:buAutoNum type="arabicPeriod"/>
            </a:pPr>
            <a:endParaRPr lang="en-US" sz="1800" dirty="0">
              <a:solidFill>
                <a:srgbClr val="000000"/>
              </a:solidFill>
              <a:latin typeface="League Spartan"/>
            </a:endParaRPr>
          </a:p>
          <a:p>
            <a:pPr marL="342900" indent="-342900">
              <a:lnSpc>
                <a:spcPts val="4409"/>
              </a:lnSpc>
              <a:buFont typeface="+mj-lt"/>
              <a:buAutoNum type="arabicPeriod"/>
            </a:pPr>
            <a:endParaRPr lang="en-US" dirty="0">
              <a:solidFill>
                <a:srgbClr val="000000"/>
              </a:solidFill>
              <a:latin typeface="League Spartan"/>
            </a:endParaRPr>
          </a:p>
          <a:p>
            <a:pPr marL="342900" indent="-342900">
              <a:lnSpc>
                <a:spcPts val="4409"/>
              </a:lnSpc>
              <a:buFont typeface="+mj-lt"/>
              <a:buAutoNum type="arabicPeriod"/>
            </a:pPr>
            <a:endParaRPr lang="en-US" sz="1800" dirty="0">
              <a:solidFill>
                <a:srgbClr val="000000"/>
              </a:solidFill>
              <a:latin typeface="League Spartan"/>
            </a:endParaRPr>
          </a:p>
          <a:p>
            <a:pPr>
              <a:lnSpc>
                <a:spcPts val="4409"/>
              </a:lnSpc>
            </a:pPr>
            <a:r>
              <a:rPr lang="en-US" sz="1800" dirty="0">
                <a:solidFill>
                  <a:srgbClr val="000000"/>
                </a:solidFill>
                <a:latin typeface="League Spartan"/>
              </a:rPr>
              <a:t>In this example :</a:t>
            </a:r>
          </a:p>
          <a:p>
            <a:pPr marL="285750" indent="-285750">
              <a:lnSpc>
                <a:spcPts val="4409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  <a:latin typeface="League Spartan"/>
              </a:rPr>
              <a:t>The Rust compiler applies the first and second elision rules to infer the lifetimes of the references.</a:t>
            </a:r>
          </a:p>
          <a:p>
            <a:pPr marL="285750" indent="-285750">
              <a:lnSpc>
                <a:spcPts val="4409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  <a:latin typeface="League Spartan"/>
              </a:rPr>
              <a:t>The lifetime of the returned &amp;str is inferred to match the lifetime of the input s.</a:t>
            </a:r>
          </a:p>
          <a:p>
            <a:pPr>
              <a:lnSpc>
                <a:spcPts val="4409"/>
              </a:lnSpc>
            </a:pPr>
            <a:endParaRPr lang="en-GB" sz="1800" dirty="0">
              <a:solidFill>
                <a:srgbClr val="000000"/>
              </a:solidFill>
              <a:latin typeface="League Spartan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1798660-CAAD-B907-C968-0526B491D1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8827" y="5067300"/>
            <a:ext cx="8224025" cy="190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08380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1DC683-3170-2309-845D-3B9AF93F85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118E46E-7B2F-9864-2429-5D1DB7B727B0}"/>
              </a:ext>
            </a:extLst>
          </p:cNvPr>
          <p:cNvSpPr/>
          <p:nvPr/>
        </p:nvSpPr>
        <p:spPr>
          <a:xfrm>
            <a:off x="16764000" y="8912700"/>
            <a:ext cx="1110967" cy="1110967"/>
          </a:xfrm>
          <a:custGeom>
            <a:avLst/>
            <a:gdLst/>
            <a:ahLst/>
            <a:cxnLst/>
            <a:rect l="l" t="t" r="r" b="b"/>
            <a:pathLst>
              <a:path w="765367" h="765367">
                <a:moveTo>
                  <a:pt x="0" y="0"/>
                </a:moveTo>
                <a:lnTo>
                  <a:pt x="765367" y="0"/>
                </a:lnTo>
                <a:lnTo>
                  <a:pt x="765367" y="765367"/>
                </a:lnTo>
                <a:lnTo>
                  <a:pt x="0" y="7653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21F219E2-5F2A-3D7D-7D0D-32D2CEDD1169}"/>
              </a:ext>
            </a:extLst>
          </p:cNvPr>
          <p:cNvSpPr/>
          <p:nvPr/>
        </p:nvSpPr>
        <p:spPr>
          <a:xfrm>
            <a:off x="473074" y="1948892"/>
            <a:ext cx="7677766" cy="0"/>
          </a:xfrm>
          <a:prstGeom prst="line">
            <a:avLst/>
          </a:prstGeom>
          <a:ln w="95250" cap="rnd">
            <a:solidFill>
              <a:srgbClr val="9119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 dirty="0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96C1DFEF-D7E8-66D3-BE38-B396EFB64CC0}"/>
              </a:ext>
            </a:extLst>
          </p:cNvPr>
          <p:cNvSpPr txBox="1"/>
          <p:nvPr/>
        </p:nvSpPr>
        <p:spPr>
          <a:xfrm>
            <a:off x="473074" y="570491"/>
            <a:ext cx="13395326" cy="10382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400"/>
              </a:lnSpc>
            </a:pPr>
            <a:r>
              <a:rPr lang="en-US" sz="6000" dirty="0">
                <a:solidFill>
                  <a:srgbClr val="000000"/>
                </a:solidFill>
                <a:latin typeface="League Spartan"/>
              </a:rPr>
              <a:t>Lifetime Annotation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9F0AFD9-C753-EBF9-F50D-F0F8F00181E0}"/>
              </a:ext>
            </a:extLst>
          </p:cNvPr>
          <p:cNvSpPr txBox="1"/>
          <p:nvPr/>
        </p:nvSpPr>
        <p:spPr>
          <a:xfrm>
            <a:off x="473074" y="2628900"/>
            <a:ext cx="17401893" cy="6788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409"/>
              </a:lnSpc>
            </a:pPr>
            <a:r>
              <a:rPr lang="en-US" sz="1800" dirty="0">
                <a:solidFill>
                  <a:srgbClr val="000000"/>
                </a:solidFill>
                <a:latin typeface="League Spartan"/>
              </a:rPr>
              <a:t>Lifetime annotations do not change how long any of the references live. Instead, they describe the relationships of the lifetimes of multiple references to each other. Lifetime annotations have a slightly unusual syntax: the names of lifetime parameters must start with an apostrophe (') and are typically all lowercase and very short.</a:t>
            </a:r>
          </a:p>
          <a:p>
            <a:pPr>
              <a:lnSpc>
                <a:spcPts val="4409"/>
              </a:lnSpc>
            </a:pPr>
            <a:endParaRPr lang="en-GB" sz="1800" dirty="0">
              <a:solidFill>
                <a:srgbClr val="000000"/>
              </a:solidFill>
              <a:latin typeface="League Spartan"/>
            </a:endParaRPr>
          </a:p>
          <a:p>
            <a:pPr>
              <a:lnSpc>
                <a:spcPts val="4409"/>
              </a:lnSpc>
            </a:pPr>
            <a:endParaRPr lang="en-GB" dirty="0">
              <a:solidFill>
                <a:srgbClr val="000000"/>
              </a:solidFill>
              <a:latin typeface="League Spartan"/>
            </a:endParaRPr>
          </a:p>
          <a:p>
            <a:pPr>
              <a:lnSpc>
                <a:spcPts val="4409"/>
              </a:lnSpc>
            </a:pPr>
            <a:endParaRPr lang="en-GB" sz="1800" dirty="0">
              <a:solidFill>
                <a:srgbClr val="000000"/>
              </a:solidFill>
              <a:latin typeface="League Spartan"/>
            </a:endParaRPr>
          </a:p>
          <a:p>
            <a:pPr>
              <a:lnSpc>
                <a:spcPts val="4409"/>
              </a:lnSpc>
            </a:pPr>
            <a:endParaRPr lang="en-GB" dirty="0">
              <a:solidFill>
                <a:srgbClr val="000000"/>
              </a:solidFill>
              <a:latin typeface="League Spartan"/>
            </a:endParaRPr>
          </a:p>
          <a:p>
            <a:pPr>
              <a:lnSpc>
                <a:spcPts val="4409"/>
              </a:lnSpc>
            </a:pPr>
            <a:r>
              <a:rPr lang="en-US" sz="1800" dirty="0">
                <a:solidFill>
                  <a:srgbClr val="000000"/>
                </a:solidFill>
                <a:latin typeface="League Spartan"/>
              </a:rPr>
              <a:t>In this example:</a:t>
            </a:r>
          </a:p>
          <a:p>
            <a:pPr marL="285750" indent="-285750">
              <a:lnSpc>
                <a:spcPts val="4409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  <a:latin typeface="League Spartan"/>
              </a:rPr>
              <a:t>The function longest takes two string slices (x and y) and returns a string slice.</a:t>
            </a:r>
          </a:p>
          <a:p>
            <a:pPr marL="285750" indent="-285750">
              <a:lnSpc>
                <a:spcPts val="4409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  <a:latin typeface="League Spartan"/>
              </a:rPr>
              <a:t>The lifetime annotation 'a indicates that both input references (x and y) and the returned reference must live at least as long as ‘a.</a:t>
            </a:r>
          </a:p>
          <a:p>
            <a:pPr marL="742950" lvl="1" indent="-285750">
              <a:lnSpc>
                <a:spcPts val="4409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League Spartan"/>
              </a:rPr>
              <a:t>'a is a placeholder for the concrete lifetime that is substituted when the function is called.</a:t>
            </a:r>
          </a:p>
          <a:p>
            <a:pPr marL="742950" lvl="1" indent="-285750">
              <a:lnSpc>
                <a:spcPts val="4409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League Spartan"/>
              </a:rPr>
              <a:t>The annotation 'a ties the lifetimes of x and y to the lifetime of the returned reference.</a:t>
            </a:r>
          </a:p>
          <a:p>
            <a:pPr marL="285750" indent="-285750">
              <a:lnSpc>
                <a:spcPts val="4409"/>
              </a:lnSpc>
              <a:buFont typeface="Arial" panose="020B0604020202020204" pitchFamily="34" charset="0"/>
              <a:buChar char="•"/>
            </a:pPr>
            <a:r>
              <a:rPr lang="en-US" sz="1800" b="1" u="sng" dirty="0">
                <a:solidFill>
                  <a:srgbClr val="91194B"/>
                </a:solidFill>
                <a:latin typeface="League Spartan"/>
              </a:rPr>
              <a:t>This means that the data referenced by x and y must remain valid for at least as long as the reference returned by the function is used.</a:t>
            </a:r>
            <a:endParaRPr lang="en-GB" sz="1800" b="1" u="sng" dirty="0">
              <a:solidFill>
                <a:srgbClr val="91194B"/>
              </a:solidFill>
              <a:latin typeface="League Spartan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199DFC2-AB8F-F8A1-5001-67945F1C30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7677" y="3994623"/>
            <a:ext cx="9966326" cy="2297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60035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C39F30A-7CE6-088E-C7E9-8B83C5EDD4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D517D9E-2113-38FE-3C83-AA68277A75A3}"/>
              </a:ext>
            </a:extLst>
          </p:cNvPr>
          <p:cNvSpPr/>
          <p:nvPr/>
        </p:nvSpPr>
        <p:spPr>
          <a:xfrm>
            <a:off x="16764000" y="8912700"/>
            <a:ext cx="1110967" cy="1110967"/>
          </a:xfrm>
          <a:custGeom>
            <a:avLst/>
            <a:gdLst/>
            <a:ahLst/>
            <a:cxnLst/>
            <a:rect l="l" t="t" r="r" b="b"/>
            <a:pathLst>
              <a:path w="765367" h="765367">
                <a:moveTo>
                  <a:pt x="0" y="0"/>
                </a:moveTo>
                <a:lnTo>
                  <a:pt x="765367" y="0"/>
                </a:lnTo>
                <a:lnTo>
                  <a:pt x="765367" y="765367"/>
                </a:lnTo>
                <a:lnTo>
                  <a:pt x="0" y="7653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8379D70F-4D04-E903-E413-89E4EDFB1C6B}"/>
              </a:ext>
            </a:extLst>
          </p:cNvPr>
          <p:cNvSpPr/>
          <p:nvPr/>
        </p:nvSpPr>
        <p:spPr>
          <a:xfrm>
            <a:off x="473074" y="1948892"/>
            <a:ext cx="7677766" cy="0"/>
          </a:xfrm>
          <a:prstGeom prst="line">
            <a:avLst/>
          </a:prstGeom>
          <a:ln w="95250" cap="rnd">
            <a:solidFill>
              <a:srgbClr val="9119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 dirty="0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375C7C18-9C7F-F8A2-7C40-815EE910C39B}"/>
              </a:ext>
            </a:extLst>
          </p:cNvPr>
          <p:cNvSpPr txBox="1"/>
          <p:nvPr/>
        </p:nvSpPr>
        <p:spPr>
          <a:xfrm>
            <a:off x="473074" y="570491"/>
            <a:ext cx="13395326" cy="10382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400"/>
              </a:lnSpc>
            </a:pPr>
            <a:r>
              <a:rPr lang="en-US" sz="6000" dirty="0">
                <a:solidFill>
                  <a:srgbClr val="000000"/>
                </a:solidFill>
                <a:latin typeface="League Spartan"/>
              </a:rPr>
              <a:t>Option &amp; Result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A0679C-C25D-6919-BD6E-A8A14AC5F70E}"/>
              </a:ext>
            </a:extLst>
          </p:cNvPr>
          <p:cNvSpPr txBox="1"/>
          <p:nvPr/>
        </p:nvSpPr>
        <p:spPr>
          <a:xfrm>
            <a:off x="473074" y="2628900"/>
            <a:ext cx="17401893" cy="6788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409"/>
              </a:lnSpc>
            </a:pPr>
            <a:r>
              <a:rPr lang="en-US" sz="1800" dirty="0">
                <a:solidFill>
                  <a:srgbClr val="000000"/>
                </a:solidFill>
                <a:latin typeface="League Spartan"/>
              </a:rPr>
              <a:t>We handle the absence of values and errors explicitly using Option and Result in Rust. </a:t>
            </a:r>
          </a:p>
          <a:p>
            <a:pPr>
              <a:lnSpc>
                <a:spcPts val="4409"/>
              </a:lnSpc>
            </a:pPr>
            <a:r>
              <a:rPr lang="en-US" sz="1800" dirty="0">
                <a:solidFill>
                  <a:srgbClr val="000000"/>
                </a:solidFill>
                <a:latin typeface="League Spartan"/>
              </a:rPr>
              <a:t>These types are fundamental for writing robust and safe code by forcing developers to handle potential failures and missing data explicitly.</a:t>
            </a:r>
          </a:p>
          <a:p>
            <a:pPr>
              <a:lnSpc>
                <a:spcPts val="4409"/>
              </a:lnSpc>
            </a:pPr>
            <a:endParaRPr lang="en-US" b="1" u="sng" dirty="0">
              <a:solidFill>
                <a:srgbClr val="000000"/>
              </a:solidFill>
              <a:latin typeface="League Spartan"/>
            </a:endParaRPr>
          </a:p>
          <a:p>
            <a:pPr marL="342900" indent="-342900">
              <a:lnSpc>
                <a:spcPts val="4409"/>
              </a:lnSpc>
              <a:buFont typeface="+mj-lt"/>
              <a:buAutoNum type="arabicPeriod"/>
            </a:pPr>
            <a:r>
              <a:rPr lang="en-US" sz="1800" b="1" u="sng" dirty="0">
                <a:solidFill>
                  <a:srgbClr val="91194B"/>
                </a:solidFill>
                <a:latin typeface="League Spartan"/>
              </a:rPr>
              <a:t>Option</a:t>
            </a:r>
          </a:p>
          <a:p>
            <a:pPr marL="742950" lvl="1" indent="-285750">
              <a:lnSpc>
                <a:spcPts val="4409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League Spartan"/>
              </a:rPr>
              <a:t>The Option type is used when a value could be something (Some) or nothing (None). </a:t>
            </a:r>
          </a:p>
          <a:p>
            <a:pPr marL="742950" lvl="1" indent="-285750">
              <a:lnSpc>
                <a:spcPts val="4409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League Spartan"/>
              </a:rPr>
              <a:t>It is Rust's way of handling nullability without the risk of null reference errors.</a:t>
            </a:r>
          </a:p>
          <a:p>
            <a:pPr marL="342900" indent="-342900">
              <a:lnSpc>
                <a:spcPts val="4409"/>
              </a:lnSpc>
              <a:buFont typeface="+mj-lt"/>
              <a:buAutoNum type="arabicPeriod"/>
            </a:pPr>
            <a:r>
              <a:rPr lang="en-US" b="1" u="sng" dirty="0">
                <a:solidFill>
                  <a:srgbClr val="91194B"/>
                </a:solidFill>
                <a:latin typeface="League Spartan"/>
              </a:rPr>
              <a:t>Result</a:t>
            </a:r>
          </a:p>
          <a:p>
            <a:pPr marL="800100" lvl="1" indent="-342900">
              <a:lnSpc>
                <a:spcPts val="4409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League Spartan"/>
              </a:rPr>
              <a:t>The Result type is used for operations that can fail. </a:t>
            </a:r>
          </a:p>
          <a:p>
            <a:pPr marL="800100" lvl="1" indent="-342900">
              <a:lnSpc>
                <a:spcPts val="4409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League Spartan"/>
              </a:rPr>
              <a:t>It has two variants: </a:t>
            </a:r>
          </a:p>
          <a:p>
            <a:pPr marL="1257300" lvl="2" indent="-342900">
              <a:lnSpc>
                <a:spcPts val="4409"/>
              </a:lnSpc>
              <a:buFont typeface="+mj-lt"/>
              <a:buAutoNum type="arabicPeriod"/>
            </a:pPr>
            <a:r>
              <a:rPr lang="en-US" dirty="0">
                <a:solidFill>
                  <a:srgbClr val="000000"/>
                </a:solidFill>
                <a:latin typeface="League Spartan"/>
              </a:rPr>
              <a:t>Ok, representing success and containing a value.</a:t>
            </a:r>
          </a:p>
          <a:p>
            <a:pPr marL="1257300" lvl="2" indent="-342900">
              <a:lnSpc>
                <a:spcPts val="4409"/>
              </a:lnSpc>
              <a:buFont typeface="+mj-lt"/>
              <a:buAutoNum type="arabicPeriod"/>
            </a:pPr>
            <a:r>
              <a:rPr lang="en-US" dirty="0">
                <a:solidFill>
                  <a:srgbClr val="000000"/>
                </a:solidFill>
                <a:latin typeface="League Spartan"/>
              </a:rPr>
              <a:t>Err, representing failure and containing an error value.</a:t>
            </a:r>
          </a:p>
          <a:p>
            <a:pPr>
              <a:lnSpc>
                <a:spcPts val="4409"/>
              </a:lnSpc>
            </a:pPr>
            <a:endParaRPr lang="en-GB" sz="1800" dirty="0">
              <a:solidFill>
                <a:srgbClr val="91194B"/>
              </a:solidFill>
              <a:latin typeface="League Spartan"/>
            </a:endParaRPr>
          </a:p>
        </p:txBody>
      </p:sp>
    </p:spTree>
    <p:extLst>
      <p:ext uri="{BB962C8B-B14F-4D97-AF65-F5344CB8AC3E}">
        <p14:creationId xmlns:p14="http://schemas.microsoft.com/office/powerpoint/2010/main" val="2682903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1BCE37B-464D-EFBD-8C7C-A224F13361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AB603265-ECC8-21C0-04EA-3A42964BA5EF}"/>
              </a:ext>
            </a:extLst>
          </p:cNvPr>
          <p:cNvSpPr/>
          <p:nvPr/>
        </p:nvSpPr>
        <p:spPr>
          <a:xfrm>
            <a:off x="16764000" y="8912700"/>
            <a:ext cx="1110967" cy="1110967"/>
          </a:xfrm>
          <a:custGeom>
            <a:avLst/>
            <a:gdLst/>
            <a:ahLst/>
            <a:cxnLst/>
            <a:rect l="l" t="t" r="r" b="b"/>
            <a:pathLst>
              <a:path w="765367" h="765367">
                <a:moveTo>
                  <a:pt x="0" y="0"/>
                </a:moveTo>
                <a:lnTo>
                  <a:pt x="765367" y="0"/>
                </a:lnTo>
                <a:lnTo>
                  <a:pt x="765367" y="765367"/>
                </a:lnTo>
                <a:lnTo>
                  <a:pt x="0" y="7653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CE0E804D-3EF2-BE0E-4E0D-EB5DFAEC5084}"/>
              </a:ext>
            </a:extLst>
          </p:cNvPr>
          <p:cNvSpPr/>
          <p:nvPr/>
        </p:nvSpPr>
        <p:spPr>
          <a:xfrm>
            <a:off x="473074" y="1948892"/>
            <a:ext cx="7677766" cy="0"/>
          </a:xfrm>
          <a:prstGeom prst="line">
            <a:avLst/>
          </a:prstGeom>
          <a:ln w="95250" cap="rnd">
            <a:solidFill>
              <a:srgbClr val="9119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 dirty="0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8BABF120-3016-1A8E-96DF-4E71504B001C}"/>
              </a:ext>
            </a:extLst>
          </p:cNvPr>
          <p:cNvSpPr txBox="1"/>
          <p:nvPr/>
        </p:nvSpPr>
        <p:spPr>
          <a:xfrm>
            <a:off x="473074" y="570491"/>
            <a:ext cx="13395326" cy="10382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400"/>
              </a:lnSpc>
            </a:pPr>
            <a:r>
              <a:rPr lang="en-US" sz="6000" dirty="0">
                <a:solidFill>
                  <a:srgbClr val="000000"/>
                </a:solidFill>
                <a:latin typeface="League Spartan"/>
              </a:rPr>
              <a:t>Option (1/2)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C7A792-4B9D-5C81-A07F-EFB8E12A907D}"/>
              </a:ext>
            </a:extLst>
          </p:cNvPr>
          <p:cNvSpPr txBox="1"/>
          <p:nvPr/>
        </p:nvSpPr>
        <p:spPr>
          <a:xfrm>
            <a:off x="473074" y="2628900"/>
            <a:ext cx="17401893" cy="34030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409"/>
              </a:lnSpc>
            </a:pPr>
            <a:r>
              <a:rPr lang="en-US" sz="1800" dirty="0">
                <a:solidFill>
                  <a:srgbClr val="000000"/>
                </a:solidFill>
                <a:latin typeface="League Spartan"/>
              </a:rPr>
              <a:t>Use Cases</a:t>
            </a:r>
          </a:p>
          <a:p>
            <a:pPr marL="285750" indent="-285750">
              <a:lnSpc>
                <a:spcPts val="4409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  <a:latin typeface="League Spartan"/>
              </a:rPr>
              <a:t>Representing an optional value.</a:t>
            </a:r>
          </a:p>
          <a:p>
            <a:pPr marL="285750" indent="-285750">
              <a:lnSpc>
                <a:spcPts val="4409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  <a:latin typeface="League Spartan"/>
              </a:rPr>
              <a:t>Handling cases where a computation might not return a valid result.</a:t>
            </a:r>
          </a:p>
          <a:p>
            <a:pPr>
              <a:lnSpc>
                <a:spcPts val="4409"/>
              </a:lnSpc>
            </a:pPr>
            <a:endParaRPr lang="en-US" dirty="0">
              <a:solidFill>
                <a:srgbClr val="000000"/>
              </a:solidFill>
              <a:latin typeface="League Spartan"/>
            </a:endParaRPr>
          </a:p>
          <a:p>
            <a:pPr>
              <a:lnSpc>
                <a:spcPts val="4409"/>
              </a:lnSpc>
            </a:pPr>
            <a:endParaRPr lang="en-US" sz="1800" dirty="0">
              <a:solidFill>
                <a:srgbClr val="000000"/>
              </a:solidFill>
              <a:latin typeface="League Spartan"/>
            </a:endParaRPr>
          </a:p>
          <a:p>
            <a:pPr>
              <a:lnSpc>
                <a:spcPts val="4409"/>
              </a:lnSpc>
            </a:pPr>
            <a:endParaRPr lang="en-GB" sz="1800" dirty="0">
              <a:solidFill>
                <a:srgbClr val="91194B"/>
              </a:solidFill>
              <a:latin typeface="League Spartan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58093BF-C222-9FF8-7F95-3B447CB43A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2214" y="4533900"/>
            <a:ext cx="8543572" cy="1881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21554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0716AA-2217-B188-66E9-2A6AF15B85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C32CA7B-AFD7-AB81-D3F4-346F0C3738A1}"/>
              </a:ext>
            </a:extLst>
          </p:cNvPr>
          <p:cNvSpPr/>
          <p:nvPr/>
        </p:nvSpPr>
        <p:spPr>
          <a:xfrm>
            <a:off x="16764000" y="8912700"/>
            <a:ext cx="1110967" cy="1110967"/>
          </a:xfrm>
          <a:custGeom>
            <a:avLst/>
            <a:gdLst/>
            <a:ahLst/>
            <a:cxnLst/>
            <a:rect l="l" t="t" r="r" b="b"/>
            <a:pathLst>
              <a:path w="765367" h="765367">
                <a:moveTo>
                  <a:pt x="0" y="0"/>
                </a:moveTo>
                <a:lnTo>
                  <a:pt x="765367" y="0"/>
                </a:lnTo>
                <a:lnTo>
                  <a:pt x="765367" y="765367"/>
                </a:lnTo>
                <a:lnTo>
                  <a:pt x="0" y="7653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95F71CAC-5423-4634-DC78-E2E62817D6AB}"/>
              </a:ext>
            </a:extLst>
          </p:cNvPr>
          <p:cNvSpPr/>
          <p:nvPr/>
        </p:nvSpPr>
        <p:spPr>
          <a:xfrm>
            <a:off x="473074" y="1948892"/>
            <a:ext cx="7677766" cy="0"/>
          </a:xfrm>
          <a:prstGeom prst="line">
            <a:avLst/>
          </a:prstGeom>
          <a:ln w="95250" cap="rnd">
            <a:solidFill>
              <a:srgbClr val="9119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 dirty="0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251B4A58-5BB0-B19C-3599-BB90C26AD1E0}"/>
              </a:ext>
            </a:extLst>
          </p:cNvPr>
          <p:cNvSpPr txBox="1"/>
          <p:nvPr/>
        </p:nvSpPr>
        <p:spPr>
          <a:xfrm>
            <a:off x="498095" y="570663"/>
            <a:ext cx="13395326" cy="10382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400"/>
              </a:lnSpc>
            </a:pPr>
            <a:r>
              <a:rPr lang="en-US" sz="6000" dirty="0">
                <a:solidFill>
                  <a:srgbClr val="000000"/>
                </a:solidFill>
                <a:latin typeface="League Spartan"/>
              </a:rPr>
              <a:t>Option (2/2)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4998DD-0CB8-8820-BCCD-91F0B00AE204}"/>
              </a:ext>
            </a:extLst>
          </p:cNvPr>
          <p:cNvSpPr txBox="1"/>
          <p:nvPr/>
        </p:nvSpPr>
        <p:spPr>
          <a:xfrm>
            <a:off x="473074" y="2628900"/>
            <a:ext cx="17401893" cy="56600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409"/>
              </a:lnSpc>
            </a:pPr>
            <a:r>
              <a:rPr lang="en-US" sz="1800" dirty="0">
                <a:solidFill>
                  <a:srgbClr val="000000"/>
                </a:solidFill>
                <a:latin typeface="League Spartan"/>
              </a:rPr>
              <a:t>How to handle it :</a:t>
            </a:r>
          </a:p>
          <a:p>
            <a:pPr marL="342900" indent="-342900">
              <a:lnSpc>
                <a:spcPts val="4409"/>
              </a:lnSpc>
              <a:buFont typeface="+mj-lt"/>
              <a:buAutoNum type="arabicPeriod"/>
            </a:pPr>
            <a:r>
              <a:rPr lang="en-US" sz="1800" dirty="0">
                <a:solidFill>
                  <a:srgbClr val="000000"/>
                </a:solidFill>
                <a:latin typeface="League Spartan"/>
              </a:rPr>
              <a:t>Using Match</a:t>
            </a:r>
          </a:p>
          <a:p>
            <a:pPr marL="342900" indent="-342900">
              <a:lnSpc>
                <a:spcPts val="4409"/>
              </a:lnSpc>
              <a:buFont typeface="+mj-lt"/>
              <a:buAutoNum type="arabicPeriod"/>
            </a:pPr>
            <a:endParaRPr lang="en-US" dirty="0">
              <a:solidFill>
                <a:srgbClr val="000000"/>
              </a:solidFill>
              <a:latin typeface="League Spartan"/>
            </a:endParaRPr>
          </a:p>
          <a:p>
            <a:pPr marL="342900" indent="-342900">
              <a:lnSpc>
                <a:spcPts val="4409"/>
              </a:lnSpc>
              <a:buFont typeface="+mj-lt"/>
              <a:buAutoNum type="arabicPeriod"/>
            </a:pPr>
            <a:endParaRPr lang="en-US" sz="1800" dirty="0">
              <a:solidFill>
                <a:srgbClr val="000000"/>
              </a:solidFill>
              <a:latin typeface="League Spartan"/>
            </a:endParaRPr>
          </a:p>
          <a:p>
            <a:pPr marL="342900" indent="-342900">
              <a:lnSpc>
                <a:spcPts val="4409"/>
              </a:lnSpc>
              <a:buFont typeface="+mj-lt"/>
              <a:buAutoNum type="arabicPeriod"/>
            </a:pPr>
            <a:endParaRPr lang="en-US" sz="1800" dirty="0">
              <a:solidFill>
                <a:srgbClr val="000000"/>
              </a:solidFill>
              <a:latin typeface="League Spartan"/>
            </a:endParaRPr>
          </a:p>
          <a:p>
            <a:pPr marL="342900" indent="-342900">
              <a:lnSpc>
                <a:spcPts val="4409"/>
              </a:lnSpc>
              <a:buFont typeface="+mj-lt"/>
              <a:buAutoNum type="arabicPeriod"/>
            </a:pPr>
            <a:endParaRPr lang="en-US" sz="1800" dirty="0">
              <a:solidFill>
                <a:srgbClr val="000000"/>
              </a:solidFill>
              <a:latin typeface="League Spartan"/>
            </a:endParaRPr>
          </a:p>
          <a:p>
            <a:pPr marL="342900" indent="-342900">
              <a:lnSpc>
                <a:spcPts val="4409"/>
              </a:lnSpc>
              <a:buFont typeface="+mj-lt"/>
              <a:buAutoNum type="arabicPeriod"/>
            </a:pPr>
            <a:r>
              <a:rPr lang="en-US" sz="1800" dirty="0">
                <a:solidFill>
                  <a:srgbClr val="000000"/>
                </a:solidFill>
                <a:latin typeface="League Spartan"/>
              </a:rPr>
              <a:t>Using If let</a:t>
            </a:r>
          </a:p>
          <a:p>
            <a:pPr>
              <a:lnSpc>
                <a:spcPts val="4409"/>
              </a:lnSpc>
            </a:pPr>
            <a:endParaRPr lang="en-US" dirty="0">
              <a:solidFill>
                <a:srgbClr val="000000"/>
              </a:solidFill>
              <a:latin typeface="League Spartan"/>
            </a:endParaRPr>
          </a:p>
          <a:p>
            <a:pPr>
              <a:lnSpc>
                <a:spcPts val="4409"/>
              </a:lnSpc>
            </a:pPr>
            <a:endParaRPr lang="en-US" sz="1800" dirty="0">
              <a:solidFill>
                <a:srgbClr val="000000"/>
              </a:solidFill>
              <a:latin typeface="League Spartan"/>
            </a:endParaRPr>
          </a:p>
          <a:p>
            <a:pPr>
              <a:lnSpc>
                <a:spcPts val="4409"/>
              </a:lnSpc>
            </a:pPr>
            <a:endParaRPr lang="en-GB" sz="1800" dirty="0">
              <a:solidFill>
                <a:srgbClr val="91194B"/>
              </a:solidFill>
              <a:latin typeface="League Spartan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EA0B2B4-4468-1ECE-3751-938D4FFFB2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771900"/>
            <a:ext cx="5343771" cy="193531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BC4A616-1ECE-EC61-D00B-2E5B091A05D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6891712"/>
            <a:ext cx="6705600" cy="2626936"/>
          </a:xfrm>
          <a:prstGeom prst="rect">
            <a:avLst/>
          </a:prstGeom>
        </p:spPr>
      </p:pic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FFC04B96-C667-EC95-445A-A624EE8DB1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2932119"/>
              </p:ext>
            </p:extLst>
          </p:nvPr>
        </p:nvGraphicFramePr>
        <p:xfrm>
          <a:off x="7848600" y="3443270"/>
          <a:ext cx="9159874" cy="4527881"/>
        </p:xfrm>
        <a:graphic>
          <a:graphicData uri="http://schemas.openxmlformats.org/drawingml/2006/table">
            <a:tbl>
              <a:tblPr/>
              <a:tblGrid>
                <a:gridCol w="4579937">
                  <a:extLst>
                    <a:ext uri="{9D8B030D-6E8A-4147-A177-3AD203B41FA5}">
                      <a16:colId xmlns:a16="http://schemas.microsoft.com/office/drawing/2014/main" val="3157448122"/>
                    </a:ext>
                  </a:extLst>
                </a:gridCol>
                <a:gridCol w="4579937">
                  <a:extLst>
                    <a:ext uri="{9D8B030D-6E8A-4147-A177-3AD203B41FA5}">
                      <a16:colId xmlns:a16="http://schemas.microsoft.com/office/drawing/2014/main" val="2747974070"/>
                    </a:ext>
                  </a:extLst>
                </a:gridCol>
              </a:tblGrid>
              <a:tr h="40247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>
                          <a:solidFill>
                            <a:schemeClr val="bg1"/>
                          </a:solidFill>
                          <a:latin typeface="League Spartan" panose="020B0604020202020204" charset="0"/>
                        </a:rPr>
                        <a:t>Method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119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dirty="0">
                          <a:solidFill>
                            <a:schemeClr val="bg1"/>
                          </a:solidFill>
                          <a:latin typeface="League Spartan" panose="020B0604020202020204" charset="0"/>
                        </a:rPr>
                        <a:t>Description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119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0355459"/>
                  </a:ext>
                </a:extLst>
              </a:tr>
              <a:tr h="7043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>
                          <a:latin typeface="League Spartan" panose="020B0604020202020204" charset="0"/>
                        </a:rPr>
                        <a:t>unwrap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League Spartan" panose="020B0604020202020204" charset="0"/>
                        </a:rPr>
                        <a:t>Returns the contained Some value. Panics if the variant is None.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5894630"/>
                  </a:ext>
                </a:extLst>
              </a:tr>
              <a:tr h="10061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>
                          <a:latin typeface="League Spartan" panose="020B0604020202020204" charset="0"/>
                        </a:rPr>
                        <a:t>expect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League Spartan" panose="020B0604020202020204" charset="0"/>
                        </a:rPr>
                        <a:t>Similar to unwrap but allows specifying a custom panic message if the variant is None.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9672048"/>
                  </a:ext>
                </a:extLst>
              </a:tr>
              <a:tr h="7043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 err="1">
                          <a:latin typeface="+mj-lt"/>
                        </a:rPr>
                        <a:t>unwrap_or</a:t>
                      </a:r>
                      <a:endParaRPr lang="en-GB" dirty="0"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League Spartan" panose="020B0604020202020204" charset="0"/>
                        </a:rPr>
                        <a:t>Returns the contained Some value or a provided default if the variant is None.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737047"/>
                  </a:ext>
                </a:extLst>
              </a:tr>
              <a:tr h="7043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latin typeface="League Spartan" panose="020B0604020202020204" charset="0"/>
                        </a:rPr>
                        <a:t>map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League Spartan" panose="020B0604020202020204" charset="0"/>
                        </a:rPr>
                        <a:t>Applies a function to the contained Some value and returns a new Option.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9135353"/>
                  </a:ext>
                </a:extLst>
              </a:tr>
              <a:tr h="10061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 err="1">
                          <a:latin typeface="+mj-lt"/>
                        </a:rPr>
                        <a:t>and_then</a:t>
                      </a:r>
                      <a:endParaRPr lang="en-GB" dirty="0"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League Spartan" panose="020B0604020202020204" charset="0"/>
                        </a:rPr>
                        <a:t>Chains computations that may return None. Applies a function that returns an Option.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49681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304066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285C584-9B6D-D7AC-9A2F-6876D52AC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EF63364-E868-18F6-412A-F9BA3EE3066F}"/>
              </a:ext>
            </a:extLst>
          </p:cNvPr>
          <p:cNvSpPr/>
          <p:nvPr/>
        </p:nvSpPr>
        <p:spPr>
          <a:xfrm>
            <a:off x="16764000" y="8912700"/>
            <a:ext cx="1110967" cy="1110967"/>
          </a:xfrm>
          <a:custGeom>
            <a:avLst/>
            <a:gdLst/>
            <a:ahLst/>
            <a:cxnLst/>
            <a:rect l="l" t="t" r="r" b="b"/>
            <a:pathLst>
              <a:path w="765367" h="765367">
                <a:moveTo>
                  <a:pt x="0" y="0"/>
                </a:moveTo>
                <a:lnTo>
                  <a:pt x="765367" y="0"/>
                </a:lnTo>
                <a:lnTo>
                  <a:pt x="765367" y="765367"/>
                </a:lnTo>
                <a:lnTo>
                  <a:pt x="0" y="7653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A069531B-A899-13EF-A5EC-DFEEE3F6E8D3}"/>
              </a:ext>
            </a:extLst>
          </p:cNvPr>
          <p:cNvSpPr/>
          <p:nvPr/>
        </p:nvSpPr>
        <p:spPr>
          <a:xfrm>
            <a:off x="473074" y="1948892"/>
            <a:ext cx="7677766" cy="0"/>
          </a:xfrm>
          <a:prstGeom prst="line">
            <a:avLst/>
          </a:prstGeom>
          <a:ln w="95250" cap="rnd">
            <a:solidFill>
              <a:srgbClr val="9119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 dirty="0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2103CFA4-F3FE-22E0-7AB3-2EB93B3F90B6}"/>
              </a:ext>
            </a:extLst>
          </p:cNvPr>
          <p:cNvSpPr txBox="1"/>
          <p:nvPr/>
        </p:nvSpPr>
        <p:spPr>
          <a:xfrm>
            <a:off x="473074" y="570491"/>
            <a:ext cx="13395326" cy="10382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400"/>
              </a:lnSpc>
            </a:pPr>
            <a:r>
              <a:rPr lang="en-US" sz="6000" dirty="0">
                <a:solidFill>
                  <a:srgbClr val="000000"/>
                </a:solidFill>
                <a:latin typeface="League Spartan"/>
              </a:rPr>
              <a:t>Result (1/2)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2BB8FFB-9DCE-76C3-16CB-F554BCC6D212}"/>
              </a:ext>
            </a:extLst>
          </p:cNvPr>
          <p:cNvSpPr txBox="1"/>
          <p:nvPr/>
        </p:nvSpPr>
        <p:spPr>
          <a:xfrm>
            <a:off x="473074" y="2628900"/>
            <a:ext cx="17401893" cy="5095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409"/>
              </a:lnSpc>
            </a:pPr>
            <a:r>
              <a:rPr lang="en-US" dirty="0">
                <a:solidFill>
                  <a:srgbClr val="000000"/>
                </a:solidFill>
                <a:latin typeface="League Spartan"/>
              </a:rPr>
              <a:t>The Result type is used to handle operations that can either succeed or fail. It ensures that errors are handled explicitly, making the code safer and more predictable. </a:t>
            </a:r>
          </a:p>
          <a:p>
            <a:pPr>
              <a:lnSpc>
                <a:spcPts val="4409"/>
              </a:lnSpc>
            </a:pPr>
            <a:r>
              <a:rPr lang="en-US" dirty="0">
                <a:solidFill>
                  <a:srgbClr val="000000"/>
                </a:solidFill>
                <a:latin typeface="League Spartan"/>
              </a:rPr>
              <a:t>Common use cases :</a:t>
            </a:r>
          </a:p>
          <a:p>
            <a:pPr marL="285750" indent="-285750">
              <a:lnSpc>
                <a:spcPts val="4409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League Spartan"/>
              </a:rPr>
              <a:t>File I/O operations</a:t>
            </a:r>
          </a:p>
          <a:p>
            <a:pPr marL="285750" indent="-285750">
              <a:lnSpc>
                <a:spcPts val="4409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League Spartan"/>
              </a:rPr>
              <a:t>Parsing data</a:t>
            </a:r>
          </a:p>
          <a:p>
            <a:pPr marL="285750" indent="-285750">
              <a:lnSpc>
                <a:spcPts val="4409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League Spartan"/>
              </a:rPr>
              <a:t>Network requests</a:t>
            </a:r>
          </a:p>
          <a:p>
            <a:pPr marL="285750" indent="-285750">
              <a:lnSpc>
                <a:spcPts val="4409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League Spartan"/>
              </a:rPr>
              <a:t>Any operation that may encounter an error condition</a:t>
            </a:r>
          </a:p>
          <a:p>
            <a:pPr>
              <a:lnSpc>
                <a:spcPts val="4409"/>
              </a:lnSpc>
            </a:pPr>
            <a:endParaRPr lang="en-US" dirty="0">
              <a:solidFill>
                <a:srgbClr val="000000"/>
              </a:solidFill>
              <a:latin typeface="League Spartan"/>
            </a:endParaRPr>
          </a:p>
          <a:p>
            <a:pPr>
              <a:lnSpc>
                <a:spcPts val="4409"/>
              </a:lnSpc>
            </a:pPr>
            <a:endParaRPr lang="en-US" dirty="0">
              <a:solidFill>
                <a:srgbClr val="000000"/>
              </a:solidFill>
              <a:latin typeface="League Spartan"/>
            </a:endParaRPr>
          </a:p>
          <a:p>
            <a:pPr>
              <a:lnSpc>
                <a:spcPts val="4409"/>
              </a:lnSpc>
            </a:pPr>
            <a:endParaRPr lang="en-GB" dirty="0">
              <a:solidFill>
                <a:srgbClr val="91194B"/>
              </a:solidFill>
              <a:latin typeface="League Spartan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C17C503-C412-16ED-1E8C-B048D11867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9268" y="6819900"/>
            <a:ext cx="9023143" cy="2519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23807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B08A50-3858-A7E7-EBA7-C887E00EFE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43F93E14-8779-C8B3-D79D-E1CAC07886F1}"/>
              </a:ext>
            </a:extLst>
          </p:cNvPr>
          <p:cNvSpPr txBox="1"/>
          <p:nvPr/>
        </p:nvSpPr>
        <p:spPr>
          <a:xfrm>
            <a:off x="473074" y="2628900"/>
            <a:ext cx="17401893" cy="56600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409"/>
              </a:lnSpc>
            </a:pPr>
            <a:r>
              <a:rPr lang="en-US" sz="1800" dirty="0">
                <a:solidFill>
                  <a:srgbClr val="000000"/>
                </a:solidFill>
                <a:latin typeface="League Spartan"/>
              </a:rPr>
              <a:t>How to handle it :</a:t>
            </a:r>
          </a:p>
          <a:p>
            <a:pPr marL="342900" indent="-342900">
              <a:lnSpc>
                <a:spcPts val="4409"/>
              </a:lnSpc>
              <a:buFont typeface="+mj-lt"/>
              <a:buAutoNum type="arabicPeriod"/>
            </a:pPr>
            <a:r>
              <a:rPr lang="en-US" sz="1800" dirty="0">
                <a:solidFill>
                  <a:srgbClr val="000000"/>
                </a:solidFill>
                <a:latin typeface="League Spartan"/>
              </a:rPr>
              <a:t>Using Match</a:t>
            </a:r>
          </a:p>
          <a:p>
            <a:pPr marL="342900" indent="-342900">
              <a:lnSpc>
                <a:spcPts val="4409"/>
              </a:lnSpc>
              <a:buFont typeface="+mj-lt"/>
              <a:buAutoNum type="arabicPeriod"/>
            </a:pPr>
            <a:endParaRPr lang="en-US" dirty="0">
              <a:solidFill>
                <a:srgbClr val="000000"/>
              </a:solidFill>
              <a:latin typeface="League Spartan"/>
            </a:endParaRPr>
          </a:p>
          <a:p>
            <a:pPr marL="342900" indent="-342900">
              <a:lnSpc>
                <a:spcPts val="4409"/>
              </a:lnSpc>
              <a:buFont typeface="+mj-lt"/>
              <a:buAutoNum type="arabicPeriod"/>
            </a:pPr>
            <a:endParaRPr lang="en-US" sz="1800" dirty="0">
              <a:solidFill>
                <a:srgbClr val="000000"/>
              </a:solidFill>
              <a:latin typeface="League Spartan"/>
            </a:endParaRPr>
          </a:p>
          <a:p>
            <a:pPr marL="342900" indent="-342900">
              <a:lnSpc>
                <a:spcPts val="4409"/>
              </a:lnSpc>
              <a:buFont typeface="+mj-lt"/>
              <a:buAutoNum type="arabicPeriod"/>
            </a:pPr>
            <a:endParaRPr lang="en-US" sz="1800" dirty="0">
              <a:solidFill>
                <a:srgbClr val="000000"/>
              </a:solidFill>
              <a:latin typeface="League Spartan"/>
            </a:endParaRPr>
          </a:p>
          <a:p>
            <a:pPr marL="342900" indent="-342900">
              <a:lnSpc>
                <a:spcPts val="4409"/>
              </a:lnSpc>
              <a:buFont typeface="+mj-lt"/>
              <a:buAutoNum type="arabicPeriod"/>
            </a:pPr>
            <a:endParaRPr lang="en-US" sz="1800" dirty="0">
              <a:solidFill>
                <a:srgbClr val="000000"/>
              </a:solidFill>
              <a:latin typeface="League Spartan"/>
            </a:endParaRPr>
          </a:p>
          <a:p>
            <a:pPr marL="342900" indent="-342900">
              <a:lnSpc>
                <a:spcPts val="4409"/>
              </a:lnSpc>
              <a:buFont typeface="+mj-lt"/>
              <a:buAutoNum type="arabicPeriod"/>
            </a:pPr>
            <a:r>
              <a:rPr lang="en-US" sz="1800" dirty="0">
                <a:solidFill>
                  <a:srgbClr val="000000"/>
                </a:solidFill>
                <a:latin typeface="League Spartan"/>
              </a:rPr>
              <a:t>Using If let</a:t>
            </a:r>
          </a:p>
          <a:p>
            <a:pPr>
              <a:lnSpc>
                <a:spcPts val="4409"/>
              </a:lnSpc>
            </a:pPr>
            <a:endParaRPr lang="en-US" dirty="0">
              <a:solidFill>
                <a:srgbClr val="000000"/>
              </a:solidFill>
              <a:latin typeface="League Spartan"/>
            </a:endParaRPr>
          </a:p>
          <a:p>
            <a:pPr>
              <a:lnSpc>
                <a:spcPts val="4409"/>
              </a:lnSpc>
            </a:pPr>
            <a:endParaRPr lang="en-US" sz="1800" dirty="0">
              <a:solidFill>
                <a:srgbClr val="000000"/>
              </a:solidFill>
              <a:latin typeface="League Spartan"/>
            </a:endParaRPr>
          </a:p>
          <a:p>
            <a:pPr>
              <a:lnSpc>
                <a:spcPts val="4409"/>
              </a:lnSpc>
            </a:pPr>
            <a:endParaRPr lang="en-GB" sz="1800" dirty="0">
              <a:solidFill>
                <a:srgbClr val="91194B"/>
              </a:solidFill>
              <a:latin typeface="League Spartan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8DA5855-756D-882D-810F-3B2350CB51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033" y="6691467"/>
            <a:ext cx="8447483" cy="255936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E2AAC2E-5056-6E66-524D-CE464BD4C9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033" y="3924300"/>
            <a:ext cx="11032458" cy="2081301"/>
          </a:xfrm>
          <a:prstGeom prst="rect">
            <a:avLst/>
          </a:prstGeom>
        </p:spPr>
      </p:pic>
      <p:sp>
        <p:nvSpPr>
          <p:cNvPr id="2" name="Freeform 2">
            <a:extLst>
              <a:ext uri="{FF2B5EF4-FFF2-40B4-BE49-F238E27FC236}">
                <a16:creationId xmlns:a16="http://schemas.microsoft.com/office/drawing/2014/main" id="{DA066B01-2C8E-DA42-C281-757EAA1E1DAF}"/>
              </a:ext>
            </a:extLst>
          </p:cNvPr>
          <p:cNvSpPr/>
          <p:nvPr/>
        </p:nvSpPr>
        <p:spPr>
          <a:xfrm>
            <a:off x="16764000" y="8912700"/>
            <a:ext cx="1110967" cy="1110967"/>
          </a:xfrm>
          <a:custGeom>
            <a:avLst/>
            <a:gdLst/>
            <a:ahLst/>
            <a:cxnLst/>
            <a:rect l="l" t="t" r="r" b="b"/>
            <a:pathLst>
              <a:path w="765367" h="765367">
                <a:moveTo>
                  <a:pt x="0" y="0"/>
                </a:moveTo>
                <a:lnTo>
                  <a:pt x="765367" y="0"/>
                </a:lnTo>
                <a:lnTo>
                  <a:pt x="765367" y="765367"/>
                </a:lnTo>
                <a:lnTo>
                  <a:pt x="0" y="76536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16CC6B02-54BB-6C74-A5E6-5070F8F5BDB1}"/>
              </a:ext>
            </a:extLst>
          </p:cNvPr>
          <p:cNvSpPr/>
          <p:nvPr/>
        </p:nvSpPr>
        <p:spPr>
          <a:xfrm>
            <a:off x="473074" y="1948892"/>
            <a:ext cx="7677766" cy="0"/>
          </a:xfrm>
          <a:prstGeom prst="line">
            <a:avLst/>
          </a:prstGeom>
          <a:ln w="95250" cap="rnd">
            <a:solidFill>
              <a:srgbClr val="9119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 dirty="0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337075B4-11EC-E5E3-CF28-4FE1185A5EB8}"/>
              </a:ext>
            </a:extLst>
          </p:cNvPr>
          <p:cNvSpPr txBox="1"/>
          <p:nvPr/>
        </p:nvSpPr>
        <p:spPr>
          <a:xfrm>
            <a:off x="498095" y="570663"/>
            <a:ext cx="13395326" cy="10382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400"/>
              </a:lnSpc>
            </a:pPr>
            <a:r>
              <a:rPr lang="en-US" sz="6000" dirty="0">
                <a:solidFill>
                  <a:srgbClr val="000000"/>
                </a:solidFill>
                <a:latin typeface="League Spartan"/>
              </a:rPr>
              <a:t>Result (2/2)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E4781A1E-4EF5-17F9-785A-2FD8C5F87B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5593809"/>
              </p:ext>
            </p:extLst>
          </p:nvPr>
        </p:nvGraphicFramePr>
        <p:xfrm>
          <a:off x="9144000" y="3314700"/>
          <a:ext cx="8305800" cy="5410201"/>
        </p:xfrm>
        <a:graphic>
          <a:graphicData uri="http://schemas.openxmlformats.org/drawingml/2006/table">
            <a:tbl>
              <a:tblPr/>
              <a:tblGrid>
                <a:gridCol w="4152900">
                  <a:extLst>
                    <a:ext uri="{9D8B030D-6E8A-4147-A177-3AD203B41FA5}">
                      <a16:colId xmlns:a16="http://schemas.microsoft.com/office/drawing/2014/main" val="341533229"/>
                    </a:ext>
                  </a:extLst>
                </a:gridCol>
                <a:gridCol w="4152900">
                  <a:extLst>
                    <a:ext uri="{9D8B030D-6E8A-4147-A177-3AD203B41FA5}">
                      <a16:colId xmlns:a16="http://schemas.microsoft.com/office/drawing/2014/main" val="2173195562"/>
                    </a:ext>
                  </a:extLst>
                </a:gridCol>
              </a:tblGrid>
              <a:tr h="34904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400" b="1">
                          <a:solidFill>
                            <a:schemeClr val="bg1"/>
                          </a:solidFill>
                          <a:latin typeface="League Spartan" panose="020B0604020202020204" charset="0"/>
                        </a:rPr>
                        <a:t>Method</a:t>
                      </a:r>
                    </a:p>
                  </a:txBody>
                  <a:tcPr marL="72999" marR="72999" marT="36500" marB="36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119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400" b="1" dirty="0">
                          <a:solidFill>
                            <a:schemeClr val="bg1"/>
                          </a:solidFill>
                          <a:latin typeface="League Spartan" panose="020B0604020202020204" charset="0"/>
                        </a:rPr>
                        <a:t>Description</a:t>
                      </a:r>
                    </a:p>
                  </a:txBody>
                  <a:tcPr marL="72999" marR="72999" marT="36500" marB="36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119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1652663"/>
                  </a:ext>
                </a:extLst>
              </a:tr>
              <a:tr h="6108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>
                          <a:latin typeface="Courier New" panose="02070309020205020404" pitchFamily="49" charset="0"/>
                        </a:rPr>
                        <a:t>unwrap</a:t>
                      </a:r>
                      <a:endParaRPr lang="en-GB" sz="1400"/>
                    </a:p>
                  </a:txBody>
                  <a:tcPr marL="72999" marR="72999" marT="36500" marB="36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League Spartan" panose="020B0604020202020204" charset="0"/>
                        </a:rPr>
                        <a:t>Returns the contained Ok value. Panics if the variant is Err.</a:t>
                      </a:r>
                    </a:p>
                  </a:txBody>
                  <a:tcPr marL="72999" marR="72999" marT="36500" marB="36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1161238"/>
                  </a:ext>
                </a:extLst>
              </a:tr>
              <a:tr h="8726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>
                          <a:latin typeface="Courier New" panose="02070309020205020404" pitchFamily="49" charset="0"/>
                        </a:rPr>
                        <a:t>expect</a:t>
                      </a:r>
                      <a:endParaRPr lang="en-GB" sz="1400"/>
                    </a:p>
                  </a:txBody>
                  <a:tcPr marL="72999" marR="72999" marT="36500" marB="36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League Spartan" panose="020B0604020202020204" charset="0"/>
                        </a:rPr>
                        <a:t>Similar to unwrap but allows specifying a custom panic message if the variant is Err.</a:t>
                      </a:r>
                    </a:p>
                  </a:txBody>
                  <a:tcPr marL="72999" marR="72999" marT="36500" marB="36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4199401"/>
                  </a:ext>
                </a:extLst>
              </a:tr>
              <a:tr h="6108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>
                          <a:latin typeface="Courier New" panose="02070309020205020404" pitchFamily="49" charset="0"/>
                        </a:rPr>
                        <a:t>unwrap_or</a:t>
                      </a:r>
                      <a:endParaRPr lang="en-GB" sz="1400"/>
                    </a:p>
                  </a:txBody>
                  <a:tcPr marL="72999" marR="72999" marT="36500" marB="36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League Spartan" panose="020B0604020202020204" charset="0"/>
                        </a:rPr>
                        <a:t>Returns the contained Ok value or a provided default if the variant is Err.</a:t>
                      </a:r>
                    </a:p>
                  </a:txBody>
                  <a:tcPr marL="72999" marR="72999" marT="36500" marB="36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4787621"/>
                  </a:ext>
                </a:extLst>
              </a:tr>
              <a:tr h="8726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>
                          <a:latin typeface="Courier New" panose="02070309020205020404" pitchFamily="49" charset="0"/>
                        </a:rPr>
                        <a:t>unwrap_or_else</a:t>
                      </a:r>
                      <a:endParaRPr lang="en-GB" sz="1400"/>
                    </a:p>
                  </a:txBody>
                  <a:tcPr marL="72999" marR="72999" marT="36500" marB="36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League Spartan" panose="020B0604020202020204" charset="0"/>
                        </a:rPr>
                        <a:t>Returns the contained Ok value or computes it from a closure if the variant is Err.</a:t>
                      </a:r>
                    </a:p>
                  </a:txBody>
                  <a:tcPr marL="72999" marR="72999" marT="36500" marB="36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211178"/>
                  </a:ext>
                </a:extLst>
              </a:tr>
              <a:tr h="6108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>
                          <a:latin typeface="Courier New" panose="02070309020205020404" pitchFamily="49" charset="0"/>
                        </a:rPr>
                        <a:t>map</a:t>
                      </a:r>
                      <a:endParaRPr lang="en-GB" sz="1400"/>
                    </a:p>
                  </a:txBody>
                  <a:tcPr marL="72999" marR="72999" marT="36500" marB="36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League Spartan" panose="020B0604020202020204" charset="0"/>
                        </a:rPr>
                        <a:t>Applies a function to the contained Ok value and returns a new Result.</a:t>
                      </a:r>
                    </a:p>
                  </a:txBody>
                  <a:tcPr marL="72999" marR="72999" marT="36500" marB="36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785969"/>
                  </a:ext>
                </a:extLst>
              </a:tr>
              <a:tr h="6108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>
                          <a:latin typeface="Courier New" panose="02070309020205020404" pitchFamily="49" charset="0"/>
                        </a:rPr>
                        <a:t>map_err</a:t>
                      </a:r>
                      <a:endParaRPr lang="en-GB" sz="1400"/>
                    </a:p>
                  </a:txBody>
                  <a:tcPr marL="72999" marR="72999" marT="36500" marB="36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League Spartan" panose="020B0604020202020204" charset="0"/>
                        </a:rPr>
                        <a:t>Applies a function to the contained Err value and returns a new Result.</a:t>
                      </a:r>
                    </a:p>
                  </a:txBody>
                  <a:tcPr marL="72999" marR="72999" marT="36500" marB="36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928350"/>
                  </a:ext>
                </a:extLst>
              </a:tr>
              <a:tr h="8726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>
                          <a:latin typeface="Courier New" panose="02070309020205020404" pitchFamily="49" charset="0"/>
                        </a:rPr>
                        <a:t>and_then</a:t>
                      </a:r>
                      <a:endParaRPr lang="en-GB" sz="1400"/>
                    </a:p>
                  </a:txBody>
                  <a:tcPr marL="72999" marR="72999" marT="36500" marB="36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League Spartan" panose="020B0604020202020204" charset="0"/>
                        </a:rPr>
                        <a:t>Chains computations that may return Err. Applies a function that returns a Result.</a:t>
                      </a:r>
                    </a:p>
                  </a:txBody>
                  <a:tcPr marL="72999" marR="72999" marT="36500" marB="36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68299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377305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3F6E86-9A99-E176-03C2-663004DBD6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67B416B-09E1-5286-2AB2-3A61CF2D0CF7}"/>
              </a:ext>
            </a:extLst>
          </p:cNvPr>
          <p:cNvSpPr txBox="1"/>
          <p:nvPr/>
        </p:nvSpPr>
        <p:spPr>
          <a:xfrm>
            <a:off x="473074" y="2628900"/>
            <a:ext cx="17401893" cy="45315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409"/>
              </a:lnSpc>
            </a:pPr>
            <a:r>
              <a:rPr lang="en-US" sz="1800" dirty="0">
                <a:latin typeface="League Spartan"/>
              </a:rPr>
              <a:t>Error propagation is a mechanism for handling errors by passing them up the call stack. </a:t>
            </a:r>
          </a:p>
          <a:p>
            <a:pPr>
              <a:lnSpc>
                <a:spcPts val="4409"/>
              </a:lnSpc>
            </a:pPr>
            <a:r>
              <a:rPr lang="en-US" sz="1800" dirty="0">
                <a:latin typeface="League Spartan"/>
              </a:rPr>
              <a:t>Instead of handling errors immediately where they occur, functions can delegate error handling to their callers. </a:t>
            </a:r>
          </a:p>
          <a:p>
            <a:pPr>
              <a:lnSpc>
                <a:spcPts val="4409"/>
              </a:lnSpc>
            </a:pPr>
            <a:r>
              <a:rPr lang="en-US" sz="1800" dirty="0">
                <a:latin typeface="League Spartan"/>
              </a:rPr>
              <a:t>This approach simplifies code by separating the core logic from error handling.</a:t>
            </a:r>
          </a:p>
          <a:p>
            <a:pPr>
              <a:lnSpc>
                <a:spcPts val="4409"/>
              </a:lnSpc>
            </a:pPr>
            <a:endParaRPr lang="en-US" dirty="0">
              <a:latin typeface="League Spartan"/>
            </a:endParaRPr>
          </a:p>
          <a:p>
            <a:pPr>
              <a:lnSpc>
                <a:spcPts val="4409"/>
              </a:lnSpc>
            </a:pPr>
            <a:r>
              <a:rPr lang="en-US" sz="1800" b="1" u="sng" dirty="0">
                <a:solidFill>
                  <a:srgbClr val="91194B"/>
                </a:solidFill>
                <a:latin typeface="League Spartan"/>
              </a:rPr>
              <a:t>The ? Operator</a:t>
            </a:r>
          </a:p>
          <a:p>
            <a:pPr>
              <a:lnSpc>
                <a:spcPts val="4409"/>
              </a:lnSpc>
            </a:pPr>
            <a:r>
              <a:rPr lang="en-US" sz="1800" dirty="0">
                <a:latin typeface="League Spartan"/>
              </a:rPr>
              <a:t>The ? operator is used to propagate errors concisely. When applied to a Result or Option, it performs the following actions:</a:t>
            </a:r>
          </a:p>
          <a:p>
            <a:pPr marL="285750" indent="-285750">
              <a:lnSpc>
                <a:spcPts val="4409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eague Spartan"/>
              </a:rPr>
              <a:t>If the value is Ok or Some, it unwraps the value.</a:t>
            </a:r>
          </a:p>
          <a:p>
            <a:pPr marL="285750" indent="-285750">
              <a:lnSpc>
                <a:spcPts val="4409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eague Spartan"/>
              </a:rPr>
              <a:t>If the value is Err or None, it returns the error or None early from the function.</a:t>
            </a:r>
            <a:endParaRPr lang="en-GB" sz="1800" dirty="0">
              <a:latin typeface="League Spartan"/>
            </a:endParaRPr>
          </a:p>
        </p:txBody>
      </p:sp>
      <p:sp>
        <p:nvSpPr>
          <p:cNvPr id="2" name="Freeform 2">
            <a:extLst>
              <a:ext uri="{FF2B5EF4-FFF2-40B4-BE49-F238E27FC236}">
                <a16:creationId xmlns:a16="http://schemas.microsoft.com/office/drawing/2014/main" id="{D5A91DEC-4F77-2E86-EDCA-D0FD551BDA50}"/>
              </a:ext>
            </a:extLst>
          </p:cNvPr>
          <p:cNvSpPr/>
          <p:nvPr/>
        </p:nvSpPr>
        <p:spPr>
          <a:xfrm>
            <a:off x="16764000" y="8912700"/>
            <a:ext cx="1110967" cy="1110967"/>
          </a:xfrm>
          <a:custGeom>
            <a:avLst/>
            <a:gdLst/>
            <a:ahLst/>
            <a:cxnLst/>
            <a:rect l="l" t="t" r="r" b="b"/>
            <a:pathLst>
              <a:path w="765367" h="765367">
                <a:moveTo>
                  <a:pt x="0" y="0"/>
                </a:moveTo>
                <a:lnTo>
                  <a:pt x="765367" y="0"/>
                </a:lnTo>
                <a:lnTo>
                  <a:pt x="765367" y="765367"/>
                </a:lnTo>
                <a:lnTo>
                  <a:pt x="0" y="7653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63008DC0-EEA2-67A9-CED8-7453FFCD7D97}"/>
              </a:ext>
            </a:extLst>
          </p:cNvPr>
          <p:cNvSpPr/>
          <p:nvPr/>
        </p:nvSpPr>
        <p:spPr>
          <a:xfrm>
            <a:off x="473074" y="1948892"/>
            <a:ext cx="7677766" cy="0"/>
          </a:xfrm>
          <a:prstGeom prst="line">
            <a:avLst/>
          </a:prstGeom>
          <a:ln w="95250" cap="rnd">
            <a:solidFill>
              <a:srgbClr val="9119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 dirty="0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BB5AE08D-BC66-A0E2-4AF0-9C58717E8070}"/>
              </a:ext>
            </a:extLst>
          </p:cNvPr>
          <p:cNvSpPr txBox="1"/>
          <p:nvPr/>
        </p:nvSpPr>
        <p:spPr>
          <a:xfrm>
            <a:off x="498095" y="570663"/>
            <a:ext cx="13395326" cy="10382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400"/>
              </a:lnSpc>
            </a:pPr>
            <a:r>
              <a:rPr lang="en-US" sz="6000" dirty="0">
                <a:solidFill>
                  <a:srgbClr val="000000"/>
                </a:solidFill>
                <a:latin typeface="League Spartan"/>
              </a:rPr>
              <a:t>Propagate error with ? (1/2)</a:t>
            </a:r>
          </a:p>
        </p:txBody>
      </p:sp>
    </p:spTree>
    <p:extLst>
      <p:ext uri="{BB962C8B-B14F-4D97-AF65-F5344CB8AC3E}">
        <p14:creationId xmlns:p14="http://schemas.microsoft.com/office/powerpoint/2010/main" val="34834195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083682-504F-366B-BB75-2F480A24A4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0EDB7A5-DE27-6BD5-B2B1-164DC6765071}"/>
              </a:ext>
            </a:extLst>
          </p:cNvPr>
          <p:cNvSpPr txBox="1"/>
          <p:nvPr/>
        </p:nvSpPr>
        <p:spPr>
          <a:xfrm>
            <a:off x="473074" y="2628900"/>
            <a:ext cx="17401893" cy="56600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409"/>
              </a:lnSpc>
            </a:pPr>
            <a:endParaRPr lang="en-US" sz="1800" dirty="0">
              <a:latin typeface="League Spartan"/>
            </a:endParaRPr>
          </a:p>
          <a:p>
            <a:pPr>
              <a:lnSpc>
                <a:spcPts val="4409"/>
              </a:lnSpc>
            </a:pPr>
            <a:endParaRPr lang="en-US" dirty="0">
              <a:latin typeface="League Spartan"/>
            </a:endParaRPr>
          </a:p>
          <a:p>
            <a:pPr>
              <a:lnSpc>
                <a:spcPts val="4409"/>
              </a:lnSpc>
            </a:pPr>
            <a:endParaRPr lang="en-US" sz="1800" dirty="0">
              <a:latin typeface="League Spartan"/>
            </a:endParaRPr>
          </a:p>
          <a:p>
            <a:pPr>
              <a:lnSpc>
                <a:spcPts val="4409"/>
              </a:lnSpc>
            </a:pPr>
            <a:endParaRPr lang="en-US" dirty="0">
              <a:latin typeface="League Spartan"/>
            </a:endParaRPr>
          </a:p>
          <a:p>
            <a:pPr>
              <a:lnSpc>
                <a:spcPts val="4409"/>
              </a:lnSpc>
            </a:pPr>
            <a:endParaRPr lang="en-US" sz="1800" dirty="0">
              <a:latin typeface="League Spartan"/>
            </a:endParaRPr>
          </a:p>
          <a:p>
            <a:pPr marL="285750" indent="-285750">
              <a:lnSpc>
                <a:spcPts val="4409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+mj-lt"/>
              </a:rPr>
              <a:t>File::open(path)? </a:t>
            </a:r>
            <a:r>
              <a:rPr lang="en-US" sz="1800" dirty="0">
                <a:latin typeface="League Spartan"/>
              </a:rPr>
              <a:t>attempts to open the file. </a:t>
            </a:r>
          </a:p>
          <a:p>
            <a:pPr marL="742950" lvl="1" indent="-285750">
              <a:lnSpc>
                <a:spcPts val="4409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League Spartan"/>
              </a:rPr>
              <a:t>If it fails, the error is returned immediately.</a:t>
            </a:r>
          </a:p>
          <a:p>
            <a:pPr marL="285750" indent="-285750">
              <a:lnSpc>
                <a:spcPts val="4409"/>
              </a:lnSpc>
              <a:buFont typeface="Arial" panose="020B0604020202020204" pitchFamily="34" charset="0"/>
              <a:buChar char="•"/>
            </a:pPr>
            <a:r>
              <a:rPr lang="en-US" sz="1800" dirty="0" err="1">
                <a:latin typeface="+mj-lt"/>
              </a:rPr>
              <a:t>file.read_to_string</a:t>
            </a:r>
            <a:r>
              <a:rPr lang="en-US" sz="1800" dirty="0">
                <a:latin typeface="+mj-lt"/>
              </a:rPr>
              <a:t>(&amp;mut contents)? </a:t>
            </a:r>
            <a:r>
              <a:rPr lang="en-US" sz="1800" dirty="0">
                <a:latin typeface="League Spartan"/>
              </a:rPr>
              <a:t>attempts to read the file into a string.</a:t>
            </a:r>
          </a:p>
          <a:p>
            <a:pPr marL="285750" indent="-285750">
              <a:lnSpc>
                <a:spcPts val="4409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eague Spartan"/>
              </a:rPr>
              <a:t> 	If it fails, the error is returned immediately.</a:t>
            </a:r>
          </a:p>
          <a:p>
            <a:pPr marL="285750" indent="-285750">
              <a:lnSpc>
                <a:spcPts val="4409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eague Spartan"/>
              </a:rPr>
              <a:t>If both operations succeed, the function returns the file contents wrapped in Ok.</a:t>
            </a:r>
            <a:endParaRPr lang="en-GB" sz="1800" dirty="0">
              <a:latin typeface="League Spartan"/>
            </a:endParaRPr>
          </a:p>
        </p:txBody>
      </p:sp>
      <p:sp>
        <p:nvSpPr>
          <p:cNvPr id="2" name="Freeform 2">
            <a:extLst>
              <a:ext uri="{FF2B5EF4-FFF2-40B4-BE49-F238E27FC236}">
                <a16:creationId xmlns:a16="http://schemas.microsoft.com/office/drawing/2014/main" id="{B8B3B049-D15E-5307-2E80-B29ED34DE152}"/>
              </a:ext>
            </a:extLst>
          </p:cNvPr>
          <p:cNvSpPr/>
          <p:nvPr/>
        </p:nvSpPr>
        <p:spPr>
          <a:xfrm>
            <a:off x="16764000" y="8912700"/>
            <a:ext cx="1110967" cy="1110967"/>
          </a:xfrm>
          <a:custGeom>
            <a:avLst/>
            <a:gdLst/>
            <a:ahLst/>
            <a:cxnLst/>
            <a:rect l="l" t="t" r="r" b="b"/>
            <a:pathLst>
              <a:path w="765367" h="765367">
                <a:moveTo>
                  <a:pt x="0" y="0"/>
                </a:moveTo>
                <a:lnTo>
                  <a:pt x="765367" y="0"/>
                </a:lnTo>
                <a:lnTo>
                  <a:pt x="765367" y="765367"/>
                </a:lnTo>
                <a:lnTo>
                  <a:pt x="0" y="7653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7F5A1D21-317A-5591-8D97-67514D972D7C}"/>
              </a:ext>
            </a:extLst>
          </p:cNvPr>
          <p:cNvSpPr/>
          <p:nvPr/>
        </p:nvSpPr>
        <p:spPr>
          <a:xfrm>
            <a:off x="473074" y="1948892"/>
            <a:ext cx="7677766" cy="0"/>
          </a:xfrm>
          <a:prstGeom prst="line">
            <a:avLst/>
          </a:prstGeom>
          <a:ln w="95250" cap="rnd">
            <a:solidFill>
              <a:srgbClr val="9119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 dirty="0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EEB739DF-5489-3C1B-A693-B4AF7ABF478D}"/>
              </a:ext>
            </a:extLst>
          </p:cNvPr>
          <p:cNvSpPr txBox="1"/>
          <p:nvPr/>
        </p:nvSpPr>
        <p:spPr>
          <a:xfrm>
            <a:off x="498095" y="570663"/>
            <a:ext cx="13395326" cy="10382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400"/>
              </a:lnSpc>
            </a:pPr>
            <a:r>
              <a:rPr lang="en-US" sz="6000" dirty="0">
                <a:solidFill>
                  <a:srgbClr val="000000"/>
                </a:solidFill>
                <a:latin typeface="League Spartan"/>
              </a:rPr>
              <a:t>Propagate error with ? (2/2)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9B648E3-84CA-F64E-FF53-3E0AFC0AAD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1200" y="2270129"/>
            <a:ext cx="10821835" cy="3248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0698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CA578F-7839-BC5A-5F06-9688CDAEC1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EE24224-732F-1135-B2C4-76DAB95A5DED}"/>
              </a:ext>
            </a:extLst>
          </p:cNvPr>
          <p:cNvSpPr txBox="1"/>
          <p:nvPr/>
        </p:nvSpPr>
        <p:spPr>
          <a:xfrm>
            <a:off x="473074" y="2628900"/>
            <a:ext cx="17401893" cy="45315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409"/>
              </a:lnSpc>
            </a:pPr>
            <a:r>
              <a:rPr lang="en-US" sz="1800" dirty="0">
                <a:latin typeface="League Spartan"/>
              </a:rPr>
              <a:t>A struct (short for structure) in Rust is a custom data type that allows you to group related data together. </a:t>
            </a:r>
          </a:p>
          <a:p>
            <a:pPr marL="285750" indent="-285750">
              <a:lnSpc>
                <a:spcPts val="4409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eague Spartan"/>
              </a:rPr>
              <a:t>Structs are used to create more complex data types by combining multiple fields of potentially different types. </a:t>
            </a:r>
          </a:p>
          <a:p>
            <a:pPr marL="285750" indent="-285750">
              <a:lnSpc>
                <a:spcPts val="4409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eague Spartan"/>
              </a:rPr>
              <a:t>They are fundamental for organizing and managing data in a meaningful way.</a:t>
            </a:r>
          </a:p>
          <a:p>
            <a:pPr>
              <a:lnSpc>
                <a:spcPts val="4409"/>
              </a:lnSpc>
            </a:pPr>
            <a:endParaRPr lang="en-US" dirty="0">
              <a:latin typeface="League Spartan"/>
            </a:endParaRPr>
          </a:p>
          <a:p>
            <a:pPr>
              <a:lnSpc>
                <a:spcPts val="4409"/>
              </a:lnSpc>
            </a:pPr>
            <a:r>
              <a:rPr lang="en-US" sz="1800" b="1" dirty="0">
                <a:solidFill>
                  <a:srgbClr val="91194B"/>
                </a:solidFill>
                <a:latin typeface="League Spartan"/>
              </a:rPr>
              <a:t>Use Cases :</a:t>
            </a:r>
          </a:p>
          <a:p>
            <a:pPr marL="285750" indent="-285750">
              <a:lnSpc>
                <a:spcPts val="4409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eague Spartan"/>
              </a:rPr>
              <a:t>Grouping related data (e.g., coordinates, user profiles, configuration settings).</a:t>
            </a:r>
          </a:p>
          <a:p>
            <a:pPr marL="285750" indent="-285750">
              <a:lnSpc>
                <a:spcPts val="4409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eague Spartan"/>
              </a:rPr>
              <a:t>Modeling real-world entities with attributes (e.g., users, products, network packets).</a:t>
            </a:r>
          </a:p>
          <a:p>
            <a:pPr marL="285750" indent="-285750">
              <a:lnSpc>
                <a:spcPts val="4409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eague Spartan"/>
              </a:rPr>
              <a:t>Encapsulating data and behavior (when combined with </a:t>
            </a:r>
            <a:r>
              <a:rPr lang="en-US" sz="1800" dirty="0" err="1">
                <a:latin typeface="League Spartan"/>
              </a:rPr>
              <a:t>impl</a:t>
            </a:r>
            <a:r>
              <a:rPr lang="en-US" sz="1800" dirty="0">
                <a:latin typeface="League Spartan"/>
              </a:rPr>
              <a:t> blocks).</a:t>
            </a:r>
          </a:p>
        </p:txBody>
      </p:sp>
      <p:sp>
        <p:nvSpPr>
          <p:cNvPr id="2" name="Freeform 2">
            <a:extLst>
              <a:ext uri="{FF2B5EF4-FFF2-40B4-BE49-F238E27FC236}">
                <a16:creationId xmlns:a16="http://schemas.microsoft.com/office/drawing/2014/main" id="{3584C5AC-B75C-A327-77D9-6FA2E2EDB227}"/>
              </a:ext>
            </a:extLst>
          </p:cNvPr>
          <p:cNvSpPr/>
          <p:nvPr/>
        </p:nvSpPr>
        <p:spPr>
          <a:xfrm>
            <a:off x="16764000" y="8912700"/>
            <a:ext cx="1110967" cy="1110967"/>
          </a:xfrm>
          <a:custGeom>
            <a:avLst/>
            <a:gdLst/>
            <a:ahLst/>
            <a:cxnLst/>
            <a:rect l="l" t="t" r="r" b="b"/>
            <a:pathLst>
              <a:path w="765367" h="765367">
                <a:moveTo>
                  <a:pt x="0" y="0"/>
                </a:moveTo>
                <a:lnTo>
                  <a:pt x="765367" y="0"/>
                </a:lnTo>
                <a:lnTo>
                  <a:pt x="765367" y="765367"/>
                </a:lnTo>
                <a:lnTo>
                  <a:pt x="0" y="7653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213B6554-6FDF-0098-A34F-217B2F1B5E2D}"/>
              </a:ext>
            </a:extLst>
          </p:cNvPr>
          <p:cNvSpPr/>
          <p:nvPr/>
        </p:nvSpPr>
        <p:spPr>
          <a:xfrm>
            <a:off x="473074" y="1948892"/>
            <a:ext cx="7677766" cy="0"/>
          </a:xfrm>
          <a:prstGeom prst="line">
            <a:avLst/>
          </a:prstGeom>
          <a:ln w="95250" cap="rnd">
            <a:solidFill>
              <a:srgbClr val="9119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 dirty="0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DA76B37C-4BC2-76FF-C0A9-1B6047BD7492}"/>
              </a:ext>
            </a:extLst>
          </p:cNvPr>
          <p:cNvSpPr txBox="1"/>
          <p:nvPr/>
        </p:nvSpPr>
        <p:spPr>
          <a:xfrm>
            <a:off x="498095" y="570663"/>
            <a:ext cx="13395326" cy="10382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400"/>
              </a:lnSpc>
            </a:pPr>
            <a:r>
              <a:rPr lang="en-US" sz="6000" dirty="0">
                <a:solidFill>
                  <a:srgbClr val="000000"/>
                </a:solidFill>
                <a:latin typeface="League Spartan"/>
              </a:rPr>
              <a:t>Structure (1/8)</a:t>
            </a:r>
          </a:p>
        </p:txBody>
      </p:sp>
    </p:spTree>
    <p:extLst>
      <p:ext uri="{BB962C8B-B14F-4D97-AF65-F5344CB8AC3E}">
        <p14:creationId xmlns:p14="http://schemas.microsoft.com/office/powerpoint/2010/main" val="10759568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2ADDE8-DBBD-C209-36AA-6BE3229683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6A666A50-633F-73CC-0286-0C75358EB7AD}"/>
              </a:ext>
            </a:extLst>
          </p:cNvPr>
          <p:cNvSpPr txBox="1"/>
          <p:nvPr/>
        </p:nvSpPr>
        <p:spPr>
          <a:xfrm>
            <a:off x="473074" y="2628900"/>
            <a:ext cx="17401893" cy="45315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409"/>
              </a:lnSpc>
            </a:pPr>
            <a:r>
              <a:rPr lang="en-US" sz="1800" dirty="0">
                <a:latin typeface="League Spartan"/>
              </a:rPr>
              <a:t>To define a structure :</a:t>
            </a:r>
          </a:p>
          <a:p>
            <a:pPr>
              <a:lnSpc>
                <a:spcPts val="4409"/>
              </a:lnSpc>
            </a:pPr>
            <a:endParaRPr lang="en-US" dirty="0">
              <a:latin typeface="League Spartan"/>
            </a:endParaRPr>
          </a:p>
          <a:p>
            <a:pPr>
              <a:lnSpc>
                <a:spcPts val="4409"/>
              </a:lnSpc>
            </a:pPr>
            <a:endParaRPr lang="en-US" sz="1800" dirty="0">
              <a:latin typeface="League Spartan"/>
            </a:endParaRPr>
          </a:p>
          <a:p>
            <a:pPr>
              <a:lnSpc>
                <a:spcPts val="4409"/>
              </a:lnSpc>
            </a:pPr>
            <a:endParaRPr lang="en-US" dirty="0">
              <a:latin typeface="League Spartan"/>
            </a:endParaRPr>
          </a:p>
          <a:p>
            <a:pPr>
              <a:lnSpc>
                <a:spcPts val="4409"/>
              </a:lnSpc>
            </a:pPr>
            <a:endParaRPr lang="en-US" dirty="0">
              <a:latin typeface="League Spartan"/>
            </a:endParaRPr>
          </a:p>
          <a:p>
            <a:pPr>
              <a:lnSpc>
                <a:spcPts val="4409"/>
              </a:lnSpc>
            </a:pPr>
            <a:endParaRPr lang="en-US" dirty="0">
              <a:latin typeface="League Spartan"/>
            </a:endParaRPr>
          </a:p>
          <a:p>
            <a:pPr marL="285750" indent="-285750">
              <a:lnSpc>
                <a:spcPts val="4409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eague Spartan"/>
              </a:rPr>
              <a:t>The User struct groups related fields: username, email, </a:t>
            </a:r>
            <a:r>
              <a:rPr lang="en-US" sz="1800" dirty="0" err="1">
                <a:latin typeface="+mj-lt"/>
              </a:rPr>
              <a:t>sign_in_count</a:t>
            </a:r>
            <a:r>
              <a:rPr lang="en-US" sz="1800" dirty="0">
                <a:latin typeface="League Spartan"/>
              </a:rPr>
              <a:t>, and active.</a:t>
            </a:r>
          </a:p>
          <a:p>
            <a:pPr marL="285750" indent="-285750">
              <a:lnSpc>
                <a:spcPts val="4409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eague Spartan"/>
              </a:rPr>
              <a:t>Each field has a specified type (e.g., String, u64, bool).</a:t>
            </a:r>
          </a:p>
        </p:txBody>
      </p:sp>
      <p:sp>
        <p:nvSpPr>
          <p:cNvPr id="2" name="Freeform 2">
            <a:extLst>
              <a:ext uri="{FF2B5EF4-FFF2-40B4-BE49-F238E27FC236}">
                <a16:creationId xmlns:a16="http://schemas.microsoft.com/office/drawing/2014/main" id="{028AE3FA-ECA8-51D0-443D-0DB74AE593DF}"/>
              </a:ext>
            </a:extLst>
          </p:cNvPr>
          <p:cNvSpPr/>
          <p:nvPr/>
        </p:nvSpPr>
        <p:spPr>
          <a:xfrm>
            <a:off x="16764000" y="8912700"/>
            <a:ext cx="1110967" cy="1110967"/>
          </a:xfrm>
          <a:custGeom>
            <a:avLst/>
            <a:gdLst/>
            <a:ahLst/>
            <a:cxnLst/>
            <a:rect l="l" t="t" r="r" b="b"/>
            <a:pathLst>
              <a:path w="765367" h="765367">
                <a:moveTo>
                  <a:pt x="0" y="0"/>
                </a:moveTo>
                <a:lnTo>
                  <a:pt x="765367" y="0"/>
                </a:lnTo>
                <a:lnTo>
                  <a:pt x="765367" y="765367"/>
                </a:lnTo>
                <a:lnTo>
                  <a:pt x="0" y="7653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F0350B06-3FE7-88AD-455B-5BF11AD3F346}"/>
              </a:ext>
            </a:extLst>
          </p:cNvPr>
          <p:cNvSpPr/>
          <p:nvPr/>
        </p:nvSpPr>
        <p:spPr>
          <a:xfrm>
            <a:off x="473074" y="1948892"/>
            <a:ext cx="7677766" cy="0"/>
          </a:xfrm>
          <a:prstGeom prst="line">
            <a:avLst/>
          </a:prstGeom>
          <a:ln w="95250" cap="rnd">
            <a:solidFill>
              <a:srgbClr val="9119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 dirty="0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3B08346D-8CC9-F6A6-C635-700E5762E632}"/>
              </a:ext>
            </a:extLst>
          </p:cNvPr>
          <p:cNvSpPr txBox="1"/>
          <p:nvPr/>
        </p:nvSpPr>
        <p:spPr>
          <a:xfrm>
            <a:off x="498095" y="570663"/>
            <a:ext cx="13395326" cy="10382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400"/>
              </a:lnSpc>
            </a:pPr>
            <a:r>
              <a:rPr lang="en-US" sz="6000" dirty="0">
                <a:solidFill>
                  <a:srgbClr val="000000"/>
                </a:solidFill>
                <a:latin typeface="League Spartan"/>
              </a:rPr>
              <a:t>Structure(2/8)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A65CA27-9F26-19AD-81A1-643FD209E1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6887" y="3467100"/>
            <a:ext cx="6727906" cy="2295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15691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717960-2733-815B-1A3B-C0A865DD28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616F5C43-F8E6-7FD8-96C3-1B7EBBA967BA}"/>
              </a:ext>
            </a:extLst>
          </p:cNvPr>
          <p:cNvSpPr txBox="1"/>
          <p:nvPr/>
        </p:nvSpPr>
        <p:spPr>
          <a:xfrm>
            <a:off x="473074" y="2628900"/>
            <a:ext cx="17401893" cy="56600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409"/>
              </a:lnSpc>
            </a:pPr>
            <a:r>
              <a:rPr lang="en-US" sz="1800" dirty="0">
                <a:latin typeface="League Spartan"/>
              </a:rPr>
              <a:t>To instantiate a structure :</a:t>
            </a:r>
          </a:p>
          <a:p>
            <a:pPr>
              <a:lnSpc>
                <a:spcPts val="4409"/>
              </a:lnSpc>
            </a:pPr>
            <a:endParaRPr lang="en-US" dirty="0">
              <a:latin typeface="League Spartan"/>
            </a:endParaRPr>
          </a:p>
          <a:p>
            <a:pPr>
              <a:lnSpc>
                <a:spcPts val="4409"/>
              </a:lnSpc>
            </a:pPr>
            <a:endParaRPr lang="en-US" sz="1800" dirty="0">
              <a:latin typeface="League Spartan"/>
            </a:endParaRPr>
          </a:p>
          <a:p>
            <a:pPr>
              <a:lnSpc>
                <a:spcPts val="4409"/>
              </a:lnSpc>
            </a:pPr>
            <a:endParaRPr lang="en-US" dirty="0">
              <a:latin typeface="League Spartan"/>
            </a:endParaRPr>
          </a:p>
          <a:p>
            <a:pPr>
              <a:lnSpc>
                <a:spcPts val="4409"/>
              </a:lnSpc>
            </a:pPr>
            <a:endParaRPr lang="en-US" dirty="0">
              <a:latin typeface="League Spartan"/>
            </a:endParaRPr>
          </a:p>
          <a:p>
            <a:pPr>
              <a:lnSpc>
                <a:spcPts val="4409"/>
              </a:lnSpc>
            </a:pPr>
            <a:endParaRPr lang="en-US" dirty="0">
              <a:latin typeface="League Spartan"/>
            </a:endParaRPr>
          </a:p>
          <a:p>
            <a:pPr marL="285750" indent="-285750">
              <a:lnSpc>
                <a:spcPts val="4409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eague Spartan"/>
              </a:rPr>
              <a:t>An instance of the User struct is created by specifying values for each field.</a:t>
            </a:r>
          </a:p>
          <a:p>
            <a:pPr marL="285750" indent="-285750">
              <a:lnSpc>
                <a:spcPts val="4409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eague Spartan"/>
              </a:rPr>
              <a:t>The order of fields does not need to match the order in the struct definition.</a:t>
            </a:r>
          </a:p>
          <a:p>
            <a:pPr marL="285750" indent="-285750">
              <a:lnSpc>
                <a:spcPts val="4409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eague Spartan"/>
              </a:rPr>
              <a:t>Declaring a struct instance as mutable (mut) allows modification of its fields.</a:t>
            </a:r>
          </a:p>
          <a:p>
            <a:pPr marL="742950" lvl="1" indent="-285750">
              <a:lnSpc>
                <a:spcPts val="4409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League Spartan"/>
              </a:rPr>
              <a:t>Individual fields can be updated after creation.</a:t>
            </a:r>
          </a:p>
        </p:txBody>
      </p:sp>
      <p:sp>
        <p:nvSpPr>
          <p:cNvPr id="2" name="Freeform 2">
            <a:extLst>
              <a:ext uri="{FF2B5EF4-FFF2-40B4-BE49-F238E27FC236}">
                <a16:creationId xmlns:a16="http://schemas.microsoft.com/office/drawing/2014/main" id="{4DFE08BD-2325-3C9D-3FFD-CB9BC94FC3BD}"/>
              </a:ext>
            </a:extLst>
          </p:cNvPr>
          <p:cNvSpPr/>
          <p:nvPr/>
        </p:nvSpPr>
        <p:spPr>
          <a:xfrm>
            <a:off x="16764000" y="8912700"/>
            <a:ext cx="1110967" cy="1110967"/>
          </a:xfrm>
          <a:custGeom>
            <a:avLst/>
            <a:gdLst/>
            <a:ahLst/>
            <a:cxnLst/>
            <a:rect l="l" t="t" r="r" b="b"/>
            <a:pathLst>
              <a:path w="765367" h="765367">
                <a:moveTo>
                  <a:pt x="0" y="0"/>
                </a:moveTo>
                <a:lnTo>
                  <a:pt x="765367" y="0"/>
                </a:lnTo>
                <a:lnTo>
                  <a:pt x="765367" y="765367"/>
                </a:lnTo>
                <a:lnTo>
                  <a:pt x="0" y="7653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0AD38C24-2ED1-ACB5-0D84-11B10C6C5455}"/>
              </a:ext>
            </a:extLst>
          </p:cNvPr>
          <p:cNvSpPr/>
          <p:nvPr/>
        </p:nvSpPr>
        <p:spPr>
          <a:xfrm>
            <a:off x="473074" y="1948892"/>
            <a:ext cx="7677766" cy="0"/>
          </a:xfrm>
          <a:prstGeom prst="line">
            <a:avLst/>
          </a:prstGeom>
          <a:ln w="95250" cap="rnd">
            <a:solidFill>
              <a:srgbClr val="9119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 dirty="0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439E9AF0-6B65-898E-F118-10298A7827AA}"/>
              </a:ext>
            </a:extLst>
          </p:cNvPr>
          <p:cNvSpPr txBox="1"/>
          <p:nvPr/>
        </p:nvSpPr>
        <p:spPr>
          <a:xfrm>
            <a:off x="498095" y="570663"/>
            <a:ext cx="13395326" cy="10382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400"/>
              </a:lnSpc>
            </a:pPr>
            <a:r>
              <a:rPr lang="en-US" sz="6000" dirty="0">
                <a:solidFill>
                  <a:srgbClr val="000000"/>
                </a:solidFill>
                <a:latin typeface="League Spartan"/>
              </a:rPr>
              <a:t>Structure(3/8)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5631C0A-C3FE-B8AA-21C2-C1A8140076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6076" y="3467100"/>
            <a:ext cx="5829528" cy="2236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91206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C8CB66-3FDE-4866-A571-3841D8A897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C7169AED-5AC4-86BD-1E64-A0A7592943D4}"/>
              </a:ext>
            </a:extLst>
          </p:cNvPr>
          <p:cNvSpPr txBox="1"/>
          <p:nvPr/>
        </p:nvSpPr>
        <p:spPr>
          <a:xfrm>
            <a:off x="473074" y="2628900"/>
            <a:ext cx="17401893" cy="5095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409"/>
              </a:lnSpc>
            </a:pPr>
            <a:r>
              <a:rPr lang="en-US" sz="1800" dirty="0">
                <a:latin typeface="League Spartan"/>
              </a:rPr>
              <a:t>You can also use the update syntax :</a:t>
            </a:r>
          </a:p>
          <a:p>
            <a:pPr>
              <a:lnSpc>
                <a:spcPts val="4409"/>
              </a:lnSpc>
            </a:pPr>
            <a:endParaRPr lang="en-US" dirty="0">
              <a:latin typeface="League Spartan"/>
            </a:endParaRPr>
          </a:p>
          <a:p>
            <a:pPr>
              <a:lnSpc>
                <a:spcPts val="4409"/>
              </a:lnSpc>
            </a:pPr>
            <a:endParaRPr lang="en-US" sz="1800" dirty="0">
              <a:latin typeface="League Spartan"/>
            </a:endParaRPr>
          </a:p>
          <a:p>
            <a:pPr>
              <a:lnSpc>
                <a:spcPts val="4409"/>
              </a:lnSpc>
            </a:pPr>
            <a:endParaRPr lang="en-US" dirty="0">
              <a:latin typeface="League Spartan"/>
            </a:endParaRPr>
          </a:p>
          <a:p>
            <a:pPr>
              <a:lnSpc>
                <a:spcPts val="4409"/>
              </a:lnSpc>
            </a:pPr>
            <a:endParaRPr lang="en-US" dirty="0">
              <a:latin typeface="League Spartan"/>
            </a:endParaRPr>
          </a:p>
          <a:p>
            <a:pPr>
              <a:lnSpc>
                <a:spcPts val="4409"/>
              </a:lnSpc>
            </a:pPr>
            <a:endParaRPr lang="en-US" dirty="0">
              <a:latin typeface="League Spartan"/>
            </a:endParaRPr>
          </a:p>
          <a:p>
            <a:pPr marL="285750" indent="-285750">
              <a:lnSpc>
                <a:spcPts val="4409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eague Spartan"/>
              </a:rPr>
              <a:t>An instance of the User struct is created by specifying values for each field.</a:t>
            </a:r>
          </a:p>
          <a:p>
            <a:pPr marL="285750" indent="-285750">
              <a:lnSpc>
                <a:spcPts val="4409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eague Spartan"/>
              </a:rPr>
              <a:t>The order of fields does not need to match the order in the struct definition.</a:t>
            </a:r>
          </a:p>
          <a:p>
            <a:pPr marL="285750" indent="-285750">
              <a:lnSpc>
                <a:spcPts val="4409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eague Spartan"/>
              </a:rPr>
              <a:t>Declaring a struct instance as mutable (mut) allows modification of its </a:t>
            </a:r>
            <a:r>
              <a:rPr lang="en-US" sz="1800" dirty="0" err="1">
                <a:latin typeface="League Spartan"/>
              </a:rPr>
              <a:t>fields.Individual</a:t>
            </a:r>
            <a:r>
              <a:rPr lang="en-US" sz="1800" dirty="0">
                <a:latin typeface="League Spartan"/>
              </a:rPr>
              <a:t> fields can be updated after creation.</a:t>
            </a:r>
          </a:p>
        </p:txBody>
      </p:sp>
      <p:sp>
        <p:nvSpPr>
          <p:cNvPr id="2" name="Freeform 2">
            <a:extLst>
              <a:ext uri="{FF2B5EF4-FFF2-40B4-BE49-F238E27FC236}">
                <a16:creationId xmlns:a16="http://schemas.microsoft.com/office/drawing/2014/main" id="{D8300536-3090-5D76-19F1-AEAA428A8F6A}"/>
              </a:ext>
            </a:extLst>
          </p:cNvPr>
          <p:cNvSpPr/>
          <p:nvPr/>
        </p:nvSpPr>
        <p:spPr>
          <a:xfrm>
            <a:off x="16764000" y="8912700"/>
            <a:ext cx="1110967" cy="1110967"/>
          </a:xfrm>
          <a:custGeom>
            <a:avLst/>
            <a:gdLst/>
            <a:ahLst/>
            <a:cxnLst/>
            <a:rect l="l" t="t" r="r" b="b"/>
            <a:pathLst>
              <a:path w="765367" h="765367">
                <a:moveTo>
                  <a:pt x="0" y="0"/>
                </a:moveTo>
                <a:lnTo>
                  <a:pt x="765367" y="0"/>
                </a:lnTo>
                <a:lnTo>
                  <a:pt x="765367" y="765367"/>
                </a:lnTo>
                <a:lnTo>
                  <a:pt x="0" y="7653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41C2C037-96A3-4F50-82C8-F16B6218040A}"/>
              </a:ext>
            </a:extLst>
          </p:cNvPr>
          <p:cNvSpPr/>
          <p:nvPr/>
        </p:nvSpPr>
        <p:spPr>
          <a:xfrm>
            <a:off x="473074" y="1948892"/>
            <a:ext cx="7677766" cy="0"/>
          </a:xfrm>
          <a:prstGeom prst="line">
            <a:avLst/>
          </a:prstGeom>
          <a:ln w="95250" cap="rnd">
            <a:solidFill>
              <a:srgbClr val="9119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 dirty="0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51D1B10D-26C9-4184-8CDA-A76C3A7EBB1D}"/>
              </a:ext>
            </a:extLst>
          </p:cNvPr>
          <p:cNvSpPr txBox="1"/>
          <p:nvPr/>
        </p:nvSpPr>
        <p:spPr>
          <a:xfrm>
            <a:off x="498095" y="570663"/>
            <a:ext cx="13395326" cy="10382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400"/>
              </a:lnSpc>
            </a:pPr>
            <a:r>
              <a:rPr lang="en-US" sz="6000" dirty="0">
                <a:solidFill>
                  <a:srgbClr val="000000"/>
                </a:solidFill>
                <a:latin typeface="League Spartan"/>
              </a:rPr>
              <a:t>Structure(4/8)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DD9FAB0-3CCB-FEC1-6379-4AB723D52B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1810" y="3619500"/>
            <a:ext cx="10206273" cy="2109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74313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4E40F2-90AC-FDEE-8606-1F8F3048D8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C25B051B-4760-CC95-73CB-CD71A7E0FACD}"/>
              </a:ext>
            </a:extLst>
          </p:cNvPr>
          <p:cNvSpPr txBox="1"/>
          <p:nvPr/>
        </p:nvSpPr>
        <p:spPr>
          <a:xfrm>
            <a:off x="473074" y="2628900"/>
            <a:ext cx="17401893" cy="45315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409"/>
              </a:lnSpc>
            </a:pPr>
            <a:r>
              <a:rPr lang="en-US" dirty="0">
                <a:latin typeface="League Spartan"/>
              </a:rPr>
              <a:t>Implement method to struct</a:t>
            </a:r>
            <a:r>
              <a:rPr lang="en-US" sz="1800" dirty="0">
                <a:latin typeface="League Spartan"/>
              </a:rPr>
              <a:t>:</a:t>
            </a:r>
          </a:p>
          <a:p>
            <a:pPr>
              <a:lnSpc>
                <a:spcPts val="4409"/>
              </a:lnSpc>
            </a:pPr>
            <a:endParaRPr lang="en-US" dirty="0">
              <a:latin typeface="League Spartan"/>
            </a:endParaRPr>
          </a:p>
          <a:p>
            <a:pPr>
              <a:lnSpc>
                <a:spcPts val="4409"/>
              </a:lnSpc>
            </a:pPr>
            <a:endParaRPr lang="en-US" sz="1800" dirty="0">
              <a:latin typeface="League Spartan"/>
            </a:endParaRPr>
          </a:p>
          <a:p>
            <a:pPr>
              <a:lnSpc>
                <a:spcPts val="4409"/>
              </a:lnSpc>
            </a:pPr>
            <a:endParaRPr lang="en-US" dirty="0">
              <a:latin typeface="League Spartan"/>
            </a:endParaRPr>
          </a:p>
          <a:p>
            <a:pPr>
              <a:lnSpc>
                <a:spcPts val="4409"/>
              </a:lnSpc>
            </a:pPr>
            <a:endParaRPr lang="en-US" dirty="0">
              <a:latin typeface="League Spartan"/>
            </a:endParaRPr>
          </a:p>
          <a:p>
            <a:pPr>
              <a:lnSpc>
                <a:spcPts val="4409"/>
              </a:lnSpc>
            </a:pPr>
            <a:endParaRPr lang="en-US" dirty="0">
              <a:latin typeface="League Spartan"/>
            </a:endParaRPr>
          </a:p>
          <a:p>
            <a:pPr marL="285750" indent="-285750">
              <a:lnSpc>
                <a:spcPts val="4409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eague Spartan"/>
              </a:rPr>
              <a:t>The ..user1 syntax copies the remaining fields from user1 into user2.</a:t>
            </a:r>
          </a:p>
          <a:p>
            <a:pPr marL="285750" indent="-285750">
              <a:lnSpc>
                <a:spcPts val="4409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eague Spartan"/>
              </a:rPr>
              <a:t>This avoids repeating the same values for active and </a:t>
            </a:r>
            <a:r>
              <a:rPr lang="en-US" sz="1800" dirty="0" err="1">
                <a:latin typeface="+mj-lt"/>
              </a:rPr>
              <a:t>sign_in_count</a:t>
            </a:r>
            <a:r>
              <a:rPr lang="en-US" sz="1800" dirty="0">
                <a:latin typeface="League Spartan"/>
              </a:rPr>
              <a:t>.</a:t>
            </a:r>
          </a:p>
        </p:txBody>
      </p:sp>
      <p:sp>
        <p:nvSpPr>
          <p:cNvPr id="2" name="Freeform 2">
            <a:extLst>
              <a:ext uri="{FF2B5EF4-FFF2-40B4-BE49-F238E27FC236}">
                <a16:creationId xmlns:a16="http://schemas.microsoft.com/office/drawing/2014/main" id="{32A9B01B-E3CF-CF9A-7D44-D671DD582070}"/>
              </a:ext>
            </a:extLst>
          </p:cNvPr>
          <p:cNvSpPr/>
          <p:nvPr/>
        </p:nvSpPr>
        <p:spPr>
          <a:xfrm>
            <a:off x="16764000" y="8912700"/>
            <a:ext cx="1110967" cy="1110967"/>
          </a:xfrm>
          <a:custGeom>
            <a:avLst/>
            <a:gdLst/>
            <a:ahLst/>
            <a:cxnLst/>
            <a:rect l="l" t="t" r="r" b="b"/>
            <a:pathLst>
              <a:path w="765367" h="765367">
                <a:moveTo>
                  <a:pt x="0" y="0"/>
                </a:moveTo>
                <a:lnTo>
                  <a:pt x="765367" y="0"/>
                </a:lnTo>
                <a:lnTo>
                  <a:pt x="765367" y="765367"/>
                </a:lnTo>
                <a:lnTo>
                  <a:pt x="0" y="7653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DBEBC768-CD8A-A1C7-A0C4-C5D0D4269538}"/>
              </a:ext>
            </a:extLst>
          </p:cNvPr>
          <p:cNvSpPr/>
          <p:nvPr/>
        </p:nvSpPr>
        <p:spPr>
          <a:xfrm>
            <a:off x="473074" y="1948892"/>
            <a:ext cx="7677766" cy="0"/>
          </a:xfrm>
          <a:prstGeom prst="line">
            <a:avLst/>
          </a:prstGeom>
          <a:ln w="95250" cap="rnd">
            <a:solidFill>
              <a:srgbClr val="9119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 dirty="0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E9A4ED78-5B2D-99DD-C3BA-654A952CC057}"/>
              </a:ext>
            </a:extLst>
          </p:cNvPr>
          <p:cNvSpPr txBox="1"/>
          <p:nvPr/>
        </p:nvSpPr>
        <p:spPr>
          <a:xfrm>
            <a:off x="498095" y="570663"/>
            <a:ext cx="13395326" cy="10382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400"/>
              </a:lnSpc>
            </a:pPr>
            <a:r>
              <a:rPr lang="en-US" sz="6000" dirty="0">
                <a:solidFill>
                  <a:srgbClr val="000000"/>
                </a:solidFill>
                <a:latin typeface="League Spartan"/>
              </a:rPr>
              <a:t>Structure (5/8)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D8BBF70-BC10-A444-50AB-E8F76E4D18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800" y="3619500"/>
            <a:ext cx="11084466" cy="1852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07912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C0F2A1-ABE1-5BD2-1A45-B413B10049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EEEDFE4-88E7-6D02-F11F-2C872A20ED4C}"/>
              </a:ext>
            </a:extLst>
          </p:cNvPr>
          <p:cNvSpPr txBox="1"/>
          <p:nvPr/>
        </p:nvSpPr>
        <p:spPr>
          <a:xfrm>
            <a:off x="473074" y="2628900"/>
            <a:ext cx="17401893" cy="62243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409"/>
              </a:lnSpc>
            </a:pPr>
            <a:r>
              <a:rPr lang="en-US" dirty="0">
                <a:latin typeface="League Spartan"/>
              </a:rPr>
              <a:t>You can also use a method to instantiate a struct (constructor like) </a:t>
            </a:r>
            <a:r>
              <a:rPr lang="en-US" sz="1800" dirty="0">
                <a:latin typeface="League Spartan"/>
              </a:rPr>
              <a:t>:</a:t>
            </a:r>
          </a:p>
          <a:p>
            <a:pPr>
              <a:lnSpc>
                <a:spcPts val="4409"/>
              </a:lnSpc>
            </a:pPr>
            <a:endParaRPr lang="en-US" dirty="0">
              <a:latin typeface="League Spartan"/>
            </a:endParaRPr>
          </a:p>
          <a:p>
            <a:pPr>
              <a:lnSpc>
                <a:spcPts val="4409"/>
              </a:lnSpc>
            </a:pPr>
            <a:endParaRPr lang="en-US" sz="1800" dirty="0">
              <a:latin typeface="League Spartan"/>
            </a:endParaRPr>
          </a:p>
          <a:p>
            <a:pPr>
              <a:lnSpc>
                <a:spcPts val="4409"/>
              </a:lnSpc>
            </a:pPr>
            <a:endParaRPr lang="en-US" dirty="0">
              <a:latin typeface="League Spartan"/>
            </a:endParaRPr>
          </a:p>
          <a:p>
            <a:pPr>
              <a:lnSpc>
                <a:spcPts val="4409"/>
              </a:lnSpc>
            </a:pPr>
            <a:endParaRPr lang="en-US" dirty="0">
              <a:latin typeface="League Spartan"/>
            </a:endParaRPr>
          </a:p>
          <a:p>
            <a:pPr>
              <a:lnSpc>
                <a:spcPts val="4409"/>
              </a:lnSpc>
            </a:pPr>
            <a:endParaRPr lang="en-US" dirty="0">
              <a:latin typeface="League Spartan"/>
            </a:endParaRPr>
          </a:p>
          <a:p>
            <a:pPr>
              <a:lnSpc>
                <a:spcPts val="4409"/>
              </a:lnSpc>
            </a:pPr>
            <a:endParaRPr lang="en-US" dirty="0">
              <a:latin typeface="League Spartan"/>
            </a:endParaRPr>
          </a:p>
          <a:p>
            <a:pPr>
              <a:lnSpc>
                <a:spcPts val="4409"/>
              </a:lnSpc>
            </a:pPr>
            <a:endParaRPr lang="en-US" dirty="0">
              <a:latin typeface="League Spartan"/>
            </a:endParaRPr>
          </a:p>
          <a:p>
            <a:pPr marL="285750" indent="-285750">
              <a:lnSpc>
                <a:spcPts val="4409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eague Spartan"/>
              </a:rPr>
              <a:t>Associated functions are defined within an </a:t>
            </a:r>
            <a:r>
              <a:rPr lang="en-US" sz="1800" dirty="0" err="1">
                <a:latin typeface="League Spartan"/>
              </a:rPr>
              <a:t>impl</a:t>
            </a:r>
            <a:r>
              <a:rPr lang="en-US" sz="1800" dirty="0">
                <a:latin typeface="League Spartan"/>
              </a:rPr>
              <a:t> block but do not take self as a parameter.</a:t>
            </a:r>
          </a:p>
          <a:p>
            <a:pPr marL="285750" indent="-285750">
              <a:lnSpc>
                <a:spcPts val="4409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eague Spartan"/>
              </a:rPr>
              <a:t>They are called using the :: syntax (e.g., User::new) cause it linked to the type not the instance.</a:t>
            </a:r>
          </a:p>
          <a:p>
            <a:pPr marL="285750" indent="-285750">
              <a:lnSpc>
                <a:spcPts val="4409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eague Spartan"/>
              </a:rPr>
              <a:t>Often used as constructors to create new instances of the struct..</a:t>
            </a:r>
          </a:p>
        </p:txBody>
      </p:sp>
      <p:sp>
        <p:nvSpPr>
          <p:cNvPr id="2" name="Freeform 2">
            <a:extLst>
              <a:ext uri="{FF2B5EF4-FFF2-40B4-BE49-F238E27FC236}">
                <a16:creationId xmlns:a16="http://schemas.microsoft.com/office/drawing/2014/main" id="{90CF1FF2-C1A9-7F78-C6E3-50D7C543ACEC}"/>
              </a:ext>
            </a:extLst>
          </p:cNvPr>
          <p:cNvSpPr/>
          <p:nvPr/>
        </p:nvSpPr>
        <p:spPr>
          <a:xfrm>
            <a:off x="16764000" y="8912700"/>
            <a:ext cx="1110967" cy="1110967"/>
          </a:xfrm>
          <a:custGeom>
            <a:avLst/>
            <a:gdLst/>
            <a:ahLst/>
            <a:cxnLst/>
            <a:rect l="l" t="t" r="r" b="b"/>
            <a:pathLst>
              <a:path w="765367" h="765367">
                <a:moveTo>
                  <a:pt x="0" y="0"/>
                </a:moveTo>
                <a:lnTo>
                  <a:pt x="765367" y="0"/>
                </a:lnTo>
                <a:lnTo>
                  <a:pt x="765367" y="765367"/>
                </a:lnTo>
                <a:lnTo>
                  <a:pt x="0" y="7653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D6EAA500-8E4B-3490-9CD8-122E492A1E41}"/>
              </a:ext>
            </a:extLst>
          </p:cNvPr>
          <p:cNvSpPr/>
          <p:nvPr/>
        </p:nvSpPr>
        <p:spPr>
          <a:xfrm>
            <a:off x="473074" y="1948892"/>
            <a:ext cx="7677766" cy="0"/>
          </a:xfrm>
          <a:prstGeom prst="line">
            <a:avLst/>
          </a:prstGeom>
          <a:ln w="95250" cap="rnd">
            <a:solidFill>
              <a:srgbClr val="9119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 dirty="0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C7491820-82F9-BAE6-C07A-955AB2128183}"/>
              </a:ext>
            </a:extLst>
          </p:cNvPr>
          <p:cNvSpPr txBox="1"/>
          <p:nvPr/>
        </p:nvSpPr>
        <p:spPr>
          <a:xfrm>
            <a:off x="498095" y="570663"/>
            <a:ext cx="13395326" cy="10382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400"/>
              </a:lnSpc>
            </a:pPr>
            <a:r>
              <a:rPr lang="en-US" sz="6000" dirty="0">
                <a:solidFill>
                  <a:srgbClr val="000000"/>
                </a:solidFill>
                <a:latin typeface="League Spartan"/>
              </a:rPr>
              <a:t>Structure (6/8)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19978DB-492D-4A74-7B03-461AD180D7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7711" y="3604186"/>
            <a:ext cx="8306257" cy="3078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21379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5EBA34-D1EA-3EE5-5B4D-D0C1967C88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636647B-9ADC-CE05-D192-B69B7CC85985}"/>
              </a:ext>
            </a:extLst>
          </p:cNvPr>
          <p:cNvSpPr txBox="1"/>
          <p:nvPr/>
        </p:nvSpPr>
        <p:spPr>
          <a:xfrm>
            <a:off x="473074" y="2628900"/>
            <a:ext cx="17401893" cy="39673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409"/>
              </a:lnSpc>
            </a:pPr>
            <a:r>
              <a:rPr lang="en-US" dirty="0">
                <a:latin typeface="League Spartan"/>
              </a:rPr>
              <a:t>To use structure attribute :</a:t>
            </a:r>
            <a:endParaRPr lang="en-US" sz="1800" dirty="0">
              <a:latin typeface="League Spartan"/>
            </a:endParaRPr>
          </a:p>
          <a:p>
            <a:pPr>
              <a:lnSpc>
                <a:spcPts val="4409"/>
              </a:lnSpc>
            </a:pPr>
            <a:endParaRPr lang="en-US" dirty="0">
              <a:latin typeface="League Spartan"/>
            </a:endParaRPr>
          </a:p>
          <a:p>
            <a:pPr>
              <a:lnSpc>
                <a:spcPts val="4409"/>
              </a:lnSpc>
            </a:pPr>
            <a:endParaRPr lang="en-US" sz="1800" dirty="0">
              <a:latin typeface="League Spartan"/>
            </a:endParaRPr>
          </a:p>
          <a:p>
            <a:pPr>
              <a:lnSpc>
                <a:spcPts val="4409"/>
              </a:lnSpc>
            </a:pPr>
            <a:endParaRPr lang="en-US" dirty="0">
              <a:latin typeface="League Spartan"/>
            </a:endParaRPr>
          </a:p>
          <a:p>
            <a:pPr>
              <a:lnSpc>
                <a:spcPts val="4409"/>
              </a:lnSpc>
            </a:pPr>
            <a:endParaRPr lang="en-US" dirty="0">
              <a:latin typeface="League Spartan"/>
            </a:endParaRPr>
          </a:p>
          <a:p>
            <a:pPr>
              <a:lnSpc>
                <a:spcPts val="4409"/>
              </a:lnSpc>
            </a:pPr>
            <a:endParaRPr lang="en-US" dirty="0">
              <a:latin typeface="League Spartan"/>
            </a:endParaRPr>
          </a:p>
          <a:p>
            <a:pPr>
              <a:lnSpc>
                <a:spcPts val="4409"/>
              </a:lnSpc>
            </a:pPr>
            <a:r>
              <a:rPr lang="en-US" sz="1800" dirty="0">
                <a:latin typeface="League Spartan"/>
              </a:rPr>
              <a:t>To use structure method</a:t>
            </a:r>
            <a:r>
              <a:rPr lang="en-US" dirty="0">
                <a:latin typeface="League Spartan"/>
              </a:rPr>
              <a:t> :</a:t>
            </a:r>
            <a:endParaRPr lang="en-US" sz="1800" dirty="0">
              <a:latin typeface="League Spartan"/>
            </a:endParaRPr>
          </a:p>
        </p:txBody>
      </p:sp>
      <p:sp>
        <p:nvSpPr>
          <p:cNvPr id="2" name="Freeform 2">
            <a:extLst>
              <a:ext uri="{FF2B5EF4-FFF2-40B4-BE49-F238E27FC236}">
                <a16:creationId xmlns:a16="http://schemas.microsoft.com/office/drawing/2014/main" id="{B3340861-20E0-85B3-4206-874E2F0D92E0}"/>
              </a:ext>
            </a:extLst>
          </p:cNvPr>
          <p:cNvSpPr/>
          <p:nvPr/>
        </p:nvSpPr>
        <p:spPr>
          <a:xfrm>
            <a:off x="16764000" y="8912700"/>
            <a:ext cx="1110967" cy="1110967"/>
          </a:xfrm>
          <a:custGeom>
            <a:avLst/>
            <a:gdLst/>
            <a:ahLst/>
            <a:cxnLst/>
            <a:rect l="l" t="t" r="r" b="b"/>
            <a:pathLst>
              <a:path w="765367" h="765367">
                <a:moveTo>
                  <a:pt x="0" y="0"/>
                </a:moveTo>
                <a:lnTo>
                  <a:pt x="765367" y="0"/>
                </a:lnTo>
                <a:lnTo>
                  <a:pt x="765367" y="765367"/>
                </a:lnTo>
                <a:lnTo>
                  <a:pt x="0" y="7653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79906761-7AAD-F5A4-EB48-3399DF43CA2B}"/>
              </a:ext>
            </a:extLst>
          </p:cNvPr>
          <p:cNvSpPr/>
          <p:nvPr/>
        </p:nvSpPr>
        <p:spPr>
          <a:xfrm>
            <a:off x="473074" y="1948892"/>
            <a:ext cx="7677766" cy="0"/>
          </a:xfrm>
          <a:prstGeom prst="line">
            <a:avLst/>
          </a:prstGeom>
          <a:ln w="95250" cap="rnd">
            <a:solidFill>
              <a:srgbClr val="9119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 dirty="0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17C1698A-3713-76CA-3432-C58C5A9CE5B3}"/>
              </a:ext>
            </a:extLst>
          </p:cNvPr>
          <p:cNvSpPr txBox="1"/>
          <p:nvPr/>
        </p:nvSpPr>
        <p:spPr>
          <a:xfrm>
            <a:off x="498095" y="570663"/>
            <a:ext cx="13395326" cy="10382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400"/>
              </a:lnSpc>
            </a:pPr>
            <a:r>
              <a:rPr lang="en-US" sz="6000" dirty="0">
                <a:solidFill>
                  <a:srgbClr val="000000"/>
                </a:solidFill>
                <a:latin typeface="League Spartan"/>
              </a:rPr>
              <a:t>Structure (7/8)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36F7586-FFB8-64A2-9B00-F73948260E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559428"/>
            <a:ext cx="9862068" cy="74587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55116C0-7086-4523-5B2E-7658D0F1E7E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095" y="4750915"/>
            <a:ext cx="10758811" cy="90111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5B19E1B-36C9-DD3F-2759-6D5F3D36E7D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095" y="7041821"/>
            <a:ext cx="11519864" cy="1676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472361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EA149A-B11F-526B-0483-33000D87AF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D6A2531-8690-232B-62E5-C081956BB9D6}"/>
              </a:ext>
            </a:extLst>
          </p:cNvPr>
          <p:cNvSpPr txBox="1"/>
          <p:nvPr/>
        </p:nvSpPr>
        <p:spPr>
          <a:xfrm>
            <a:off x="473074" y="2628900"/>
            <a:ext cx="17401893" cy="62243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409"/>
              </a:lnSpc>
            </a:pPr>
            <a:r>
              <a:rPr lang="en-US" dirty="0">
                <a:latin typeface="League Spartan"/>
              </a:rPr>
              <a:t>There are different type of structure:</a:t>
            </a:r>
          </a:p>
          <a:p>
            <a:pPr marL="342900" indent="-342900">
              <a:lnSpc>
                <a:spcPts val="4409"/>
              </a:lnSpc>
              <a:buFont typeface="+mj-lt"/>
              <a:buAutoNum type="arabicPeriod"/>
            </a:pPr>
            <a:r>
              <a:rPr lang="en-US" dirty="0">
                <a:latin typeface="League Spartan"/>
              </a:rPr>
              <a:t>Tuple Structure :</a:t>
            </a:r>
          </a:p>
          <a:p>
            <a:pPr marL="342900" indent="-342900">
              <a:lnSpc>
                <a:spcPts val="4409"/>
              </a:lnSpc>
              <a:buFont typeface="+mj-lt"/>
              <a:buAutoNum type="arabicPeriod"/>
            </a:pPr>
            <a:endParaRPr lang="en-US" dirty="0">
              <a:latin typeface="League Spartan"/>
            </a:endParaRPr>
          </a:p>
          <a:p>
            <a:pPr marL="342900" indent="-342900">
              <a:lnSpc>
                <a:spcPts val="4409"/>
              </a:lnSpc>
              <a:buFont typeface="+mj-lt"/>
              <a:buAutoNum type="arabicPeriod"/>
            </a:pPr>
            <a:endParaRPr lang="en-US" dirty="0">
              <a:latin typeface="League Spartan"/>
            </a:endParaRPr>
          </a:p>
          <a:p>
            <a:pPr marL="342900" indent="-342900">
              <a:lnSpc>
                <a:spcPts val="4409"/>
              </a:lnSpc>
              <a:buFont typeface="+mj-lt"/>
              <a:buAutoNum type="arabicPeriod"/>
            </a:pPr>
            <a:endParaRPr lang="en-US" dirty="0">
              <a:latin typeface="League Spartan"/>
            </a:endParaRPr>
          </a:p>
          <a:p>
            <a:pPr marL="800100" lvl="1" indent="-342900">
              <a:lnSpc>
                <a:spcPts val="4409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League Spartan"/>
              </a:rPr>
              <a:t>Tuple structs are similar to tuples but have a name and a specific type.</a:t>
            </a:r>
          </a:p>
          <a:p>
            <a:pPr marL="800100" lvl="1" indent="-342900">
              <a:lnSpc>
                <a:spcPts val="4409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League Spartan"/>
              </a:rPr>
              <a:t>Fields are accessed using index notation (black.0, black.1, black.2).</a:t>
            </a:r>
          </a:p>
          <a:p>
            <a:pPr marL="342900" indent="-342900">
              <a:lnSpc>
                <a:spcPts val="4409"/>
              </a:lnSpc>
              <a:buFont typeface="+mj-lt"/>
              <a:buAutoNum type="arabicPeriod"/>
            </a:pPr>
            <a:endParaRPr lang="en-US" dirty="0">
              <a:latin typeface="League Spartan"/>
            </a:endParaRPr>
          </a:p>
          <a:p>
            <a:pPr marL="342900" indent="-342900">
              <a:lnSpc>
                <a:spcPts val="4409"/>
              </a:lnSpc>
              <a:buFont typeface="+mj-lt"/>
              <a:buAutoNum type="arabicPeriod"/>
            </a:pPr>
            <a:r>
              <a:rPr lang="en-US" dirty="0">
                <a:latin typeface="League Spartan"/>
              </a:rPr>
              <a:t>Unit-Like struct :</a:t>
            </a:r>
          </a:p>
          <a:p>
            <a:pPr marL="800100" lvl="1" indent="-342900">
              <a:lnSpc>
                <a:spcPts val="4409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League Spartan"/>
              </a:rPr>
              <a:t>Unit-like structs have no fields and are useful for implementing traits on types that don’t need to store data.</a:t>
            </a:r>
          </a:p>
          <a:p>
            <a:pPr marL="342900" indent="-342900">
              <a:lnSpc>
                <a:spcPts val="4409"/>
              </a:lnSpc>
              <a:buFont typeface="+mj-lt"/>
              <a:buAutoNum type="arabicPeriod"/>
            </a:pPr>
            <a:endParaRPr lang="en-US" dirty="0">
              <a:latin typeface="League Spartan"/>
            </a:endParaRPr>
          </a:p>
        </p:txBody>
      </p:sp>
      <p:sp>
        <p:nvSpPr>
          <p:cNvPr id="2" name="Freeform 2">
            <a:extLst>
              <a:ext uri="{FF2B5EF4-FFF2-40B4-BE49-F238E27FC236}">
                <a16:creationId xmlns:a16="http://schemas.microsoft.com/office/drawing/2014/main" id="{97705DFF-EEA6-D7C3-946D-CEF016E63F46}"/>
              </a:ext>
            </a:extLst>
          </p:cNvPr>
          <p:cNvSpPr/>
          <p:nvPr/>
        </p:nvSpPr>
        <p:spPr>
          <a:xfrm>
            <a:off x="16764000" y="8912700"/>
            <a:ext cx="1110967" cy="1110967"/>
          </a:xfrm>
          <a:custGeom>
            <a:avLst/>
            <a:gdLst/>
            <a:ahLst/>
            <a:cxnLst/>
            <a:rect l="l" t="t" r="r" b="b"/>
            <a:pathLst>
              <a:path w="765367" h="765367">
                <a:moveTo>
                  <a:pt x="0" y="0"/>
                </a:moveTo>
                <a:lnTo>
                  <a:pt x="765367" y="0"/>
                </a:lnTo>
                <a:lnTo>
                  <a:pt x="765367" y="765367"/>
                </a:lnTo>
                <a:lnTo>
                  <a:pt x="0" y="7653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23E637F8-C02B-1757-943F-59863AB6CAF2}"/>
              </a:ext>
            </a:extLst>
          </p:cNvPr>
          <p:cNvSpPr/>
          <p:nvPr/>
        </p:nvSpPr>
        <p:spPr>
          <a:xfrm>
            <a:off x="473074" y="1948892"/>
            <a:ext cx="7677766" cy="0"/>
          </a:xfrm>
          <a:prstGeom prst="line">
            <a:avLst/>
          </a:prstGeom>
          <a:ln w="95250" cap="rnd">
            <a:solidFill>
              <a:srgbClr val="9119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 dirty="0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559DE74F-461B-C92D-FC76-54EAC8CB05F1}"/>
              </a:ext>
            </a:extLst>
          </p:cNvPr>
          <p:cNvSpPr txBox="1"/>
          <p:nvPr/>
        </p:nvSpPr>
        <p:spPr>
          <a:xfrm>
            <a:off x="498095" y="570663"/>
            <a:ext cx="13395326" cy="10382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400"/>
              </a:lnSpc>
            </a:pPr>
            <a:r>
              <a:rPr lang="en-US" sz="6000" dirty="0">
                <a:solidFill>
                  <a:srgbClr val="000000"/>
                </a:solidFill>
                <a:latin typeface="League Spartan"/>
              </a:rPr>
              <a:t>Structure (8/8)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ACCE8EC-5648-E7DB-2938-E14C79260D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0952" y="3924300"/>
            <a:ext cx="8219776" cy="158597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24F1591-8D0D-23E8-F0A1-189A6C9291B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5931" y="8420505"/>
            <a:ext cx="11881595" cy="1402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708012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5B8A09-90B0-28FA-8AA8-CD212D4E6D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BA33139-F101-E0E3-D7E4-2BF3D1E6E1DA}"/>
              </a:ext>
            </a:extLst>
          </p:cNvPr>
          <p:cNvSpPr txBox="1"/>
          <p:nvPr/>
        </p:nvSpPr>
        <p:spPr>
          <a:xfrm>
            <a:off x="473074" y="2628900"/>
            <a:ext cx="17401893" cy="5095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409"/>
              </a:lnSpc>
            </a:pPr>
            <a:r>
              <a:rPr lang="en-US" sz="1800" dirty="0">
                <a:latin typeface="League Spartan"/>
              </a:rPr>
              <a:t>A trait in Rust is a way to define shared behavior across different types. </a:t>
            </a:r>
          </a:p>
          <a:p>
            <a:pPr>
              <a:lnSpc>
                <a:spcPts val="4409"/>
              </a:lnSpc>
            </a:pPr>
            <a:r>
              <a:rPr lang="en-US" sz="1800" dirty="0">
                <a:latin typeface="League Spartan"/>
              </a:rPr>
              <a:t>Traits are similar to interfaces in other languages, allowing you to specify methods that types must implement. </a:t>
            </a:r>
          </a:p>
          <a:p>
            <a:pPr>
              <a:lnSpc>
                <a:spcPts val="4409"/>
              </a:lnSpc>
            </a:pPr>
            <a:r>
              <a:rPr lang="en-US" sz="1800" dirty="0">
                <a:latin typeface="League Spartan"/>
              </a:rPr>
              <a:t>They enable polymorphism and code reuse by defining a set of methods that can be implemented by various types.</a:t>
            </a:r>
          </a:p>
          <a:p>
            <a:pPr>
              <a:lnSpc>
                <a:spcPts val="4409"/>
              </a:lnSpc>
            </a:pPr>
            <a:endParaRPr lang="en-US" dirty="0">
              <a:latin typeface="League Spartan"/>
            </a:endParaRPr>
          </a:p>
          <a:p>
            <a:pPr>
              <a:lnSpc>
                <a:spcPts val="4409"/>
              </a:lnSpc>
            </a:pPr>
            <a:r>
              <a:rPr lang="en-US" sz="1800" b="1" dirty="0">
                <a:solidFill>
                  <a:srgbClr val="91194B"/>
                </a:solidFill>
                <a:latin typeface="League Spartan"/>
              </a:rPr>
              <a:t>Use cases :</a:t>
            </a:r>
          </a:p>
          <a:p>
            <a:pPr marL="285750" indent="-285750">
              <a:lnSpc>
                <a:spcPts val="4409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eague Spartan"/>
              </a:rPr>
              <a:t>Define shared functionality for multiple types.</a:t>
            </a:r>
          </a:p>
          <a:p>
            <a:pPr marL="285750" indent="-285750">
              <a:lnSpc>
                <a:spcPts val="4409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eague Spartan"/>
              </a:rPr>
              <a:t>Enable polymorphism by allowing different types to be used interchangeably if they implement the same trait.</a:t>
            </a:r>
          </a:p>
          <a:p>
            <a:pPr marL="285750" indent="-285750">
              <a:lnSpc>
                <a:spcPts val="4409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eague Spartan"/>
              </a:rPr>
              <a:t>Use trait bounds to specify that a generic type must implement certain methods.</a:t>
            </a:r>
          </a:p>
          <a:p>
            <a:pPr>
              <a:lnSpc>
                <a:spcPts val="4409"/>
              </a:lnSpc>
            </a:pPr>
            <a:endParaRPr lang="en-US" sz="1800" dirty="0">
              <a:latin typeface="League Spartan"/>
            </a:endParaRPr>
          </a:p>
        </p:txBody>
      </p:sp>
      <p:sp>
        <p:nvSpPr>
          <p:cNvPr id="2" name="Freeform 2">
            <a:extLst>
              <a:ext uri="{FF2B5EF4-FFF2-40B4-BE49-F238E27FC236}">
                <a16:creationId xmlns:a16="http://schemas.microsoft.com/office/drawing/2014/main" id="{4D6A5B6C-A96D-E1DC-F22C-6393FA1CE7E5}"/>
              </a:ext>
            </a:extLst>
          </p:cNvPr>
          <p:cNvSpPr/>
          <p:nvPr/>
        </p:nvSpPr>
        <p:spPr>
          <a:xfrm>
            <a:off x="16764000" y="8912700"/>
            <a:ext cx="1110967" cy="1110967"/>
          </a:xfrm>
          <a:custGeom>
            <a:avLst/>
            <a:gdLst/>
            <a:ahLst/>
            <a:cxnLst/>
            <a:rect l="l" t="t" r="r" b="b"/>
            <a:pathLst>
              <a:path w="765367" h="765367">
                <a:moveTo>
                  <a:pt x="0" y="0"/>
                </a:moveTo>
                <a:lnTo>
                  <a:pt x="765367" y="0"/>
                </a:lnTo>
                <a:lnTo>
                  <a:pt x="765367" y="765367"/>
                </a:lnTo>
                <a:lnTo>
                  <a:pt x="0" y="7653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9F587A28-B1DD-17C6-7A77-D60DC65C1A02}"/>
              </a:ext>
            </a:extLst>
          </p:cNvPr>
          <p:cNvSpPr/>
          <p:nvPr/>
        </p:nvSpPr>
        <p:spPr>
          <a:xfrm>
            <a:off x="473074" y="1948892"/>
            <a:ext cx="7677766" cy="0"/>
          </a:xfrm>
          <a:prstGeom prst="line">
            <a:avLst/>
          </a:prstGeom>
          <a:ln w="95250" cap="rnd">
            <a:solidFill>
              <a:srgbClr val="9119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 dirty="0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08AEFD0F-10F2-A226-A2DD-2397C0302F72}"/>
              </a:ext>
            </a:extLst>
          </p:cNvPr>
          <p:cNvSpPr txBox="1"/>
          <p:nvPr/>
        </p:nvSpPr>
        <p:spPr>
          <a:xfrm>
            <a:off x="498095" y="570663"/>
            <a:ext cx="13395326" cy="10382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400"/>
              </a:lnSpc>
            </a:pPr>
            <a:r>
              <a:rPr lang="en-US" sz="6000" dirty="0">
                <a:solidFill>
                  <a:srgbClr val="000000"/>
                </a:solidFill>
                <a:latin typeface="League Spartan"/>
              </a:rPr>
              <a:t>Traits</a:t>
            </a:r>
          </a:p>
        </p:txBody>
      </p:sp>
    </p:spTree>
    <p:extLst>
      <p:ext uri="{BB962C8B-B14F-4D97-AF65-F5344CB8AC3E}">
        <p14:creationId xmlns:p14="http://schemas.microsoft.com/office/powerpoint/2010/main" val="180949789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E58298-79BA-9684-A7AC-FD2708A354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09D170CD-FE15-C601-7954-340E3C2C7498}"/>
              </a:ext>
            </a:extLst>
          </p:cNvPr>
          <p:cNvSpPr txBox="1"/>
          <p:nvPr/>
        </p:nvSpPr>
        <p:spPr>
          <a:xfrm>
            <a:off x="473074" y="2628900"/>
            <a:ext cx="17401893" cy="45315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409"/>
              </a:lnSpc>
            </a:pPr>
            <a:r>
              <a:rPr lang="en-US" sz="1800" dirty="0">
                <a:latin typeface="League Spartan"/>
              </a:rPr>
              <a:t>The Iterator trait in Rust is used to create iterators, which are objects that facilitate traversing through collections, such as arrays, vectors, and other data structures. </a:t>
            </a:r>
          </a:p>
          <a:p>
            <a:pPr>
              <a:lnSpc>
                <a:spcPts val="4409"/>
              </a:lnSpc>
            </a:pPr>
            <a:r>
              <a:rPr lang="en-US" sz="1800" dirty="0">
                <a:latin typeface="League Spartan"/>
              </a:rPr>
              <a:t>Iterators provide a sequence of values and allow for efficient, lazy evaluation of operations.</a:t>
            </a:r>
          </a:p>
          <a:p>
            <a:pPr>
              <a:lnSpc>
                <a:spcPts val="4409"/>
              </a:lnSpc>
            </a:pPr>
            <a:endParaRPr lang="en-US" dirty="0">
              <a:latin typeface="League Spartan"/>
            </a:endParaRPr>
          </a:p>
          <a:p>
            <a:pPr>
              <a:lnSpc>
                <a:spcPts val="4409"/>
              </a:lnSpc>
            </a:pPr>
            <a:endParaRPr lang="en-US" sz="1800" dirty="0">
              <a:latin typeface="League Spartan"/>
            </a:endParaRPr>
          </a:p>
          <a:p>
            <a:pPr>
              <a:lnSpc>
                <a:spcPts val="4409"/>
              </a:lnSpc>
            </a:pPr>
            <a:endParaRPr lang="en-US" sz="1800" dirty="0">
              <a:latin typeface="League Spartan"/>
            </a:endParaRPr>
          </a:p>
          <a:p>
            <a:pPr marL="285750" indent="-285750">
              <a:lnSpc>
                <a:spcPts val="4409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eague Spartan"/>
              </a:rPr>
              <a:t>The Iterator trait requires the implementation of a single method: next.</a:t>
            </a:r>
          </a:p>
          <a:p>
            <a:pPr marL="285750" indent="-285750">
              <a:lnSpc>
                <a:spcPts val="4409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eague Spartan"/>
              </a:rPr>
              <a:t>next returns an Option&lt;Self::Item&gt;, which is Some(value) if there are more elements, or None if the iteration is complete.</a:t>
            </a:r>
          </a:p>
          <a:p>
            <a:pPr marL="285750" indent="-285750">
              <a:lnSpc>
                <a:spcPts val="4409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eague Spartan"/>
              </a:rPr>
              <a:t>type Item is an associated type that represents the type of elements being iterated over.</a:t>
            </a:r>
          </a:p>
        </p:txBody>
      </p:sp>
      <p:sp>
        <p:nvSpPr>
          <p:cNvPr id="2" name="Freeform 2">
            <a:extLst>
              <a:ext uri="{FF2B5EF4-FFF2-40B4-BE49-F238E27FC236}">
                <a16:creationId xmlns:a16="http://schemas.microsoft.com/office/drawing/2014/main" id="{605DEDB0-C7E2-74E6-4E6F-6A9281427314}"/>
              </a:ext>
            </a:extLst>
          </p:cNvPr>
          <p:cNvSpPr/>
          <p:nvPr/>
        </p:nvSpPr>
        <p:spPr>
          <a:xfrm>
            <a:off x="16764000" y="8912700"/>
            <a:ext cx="1110967" cy="1110967"/>
          </a:xfrm>
          <a:custGeom>
            <a:avLst/>
            <a:gdLst/>
            <a:ahLst/>
            <a:cxnLst/>
            <a:rect l="l" t="t" r="r" b="b"/>
            <a:pathLst>
              <a:path w="765367" h="765367">
                <a:moveTo>
                  <a:pt x="0" y="0"/>
                </a:moveTo>
                <a:lnTo>
                  <a:pt x="765367" y="0"/>
                </a:lnTo>
                <a:lnTo>
                  <a:pt x="765367" y="765367"/>
                </a:lnTo>
                <a:lnTo>
                  <a:pt x="0" y="7653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9844A4C9-5899-308D-A2D7-16BA45ED6DCB}"/>
              </a:ext>
            </a:extLst>
          </p:cNvPr>
          <p:cNvSpPr/>
          <p:nvPr/>
        </p:nvSpPr>
        <p:spPr>
          <a:xfrm>
            <a:off x="473074" y="1948892"/>
            <a:ext cx="7677766" cy="0"/>
          </a:xfrm>
          <a:prstGeom prst="line">
            <a:avLst/>
          </a:prstGeom>
          <a:ln w="95250" cap="rnd">
            <a:solidFill>
              <a:srgbClr val="9119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 dirty="0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69F8F820-8C65-611A-BE85-6D3AF6AAA8E4}"/>
              </a:ext>
            </a:extLst>
          </p:cNvPr>
          <p:cNvSpPr txBox="1"/>
          <p:nvPr/>
        </p:nvSpPr>
        <p:spPr>
          <a:xfrm>
            <a:off x="498095" y="570663"/>
            <a:ext cx="13395326" cy="10382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400"/>
              </a:lnSpc>
            </a:pPr>
            <a:r>
              <a:rPr lang="en-US" sz="6000" dirty="0">
                <a:solidFill>
                  <a:srgbClr val="000000"/>
                </a:solidFill>
                <a:latin typeface="League Spartan"/>
              </a:rPr>
              <a:t>Iterator trait (1/4)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9D8E686-DF61-6B71-2199-CA24596069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0" y="3924300"/>
            <a:ext cx="6072395" cy="1619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556266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2E82D9-6E6D-531B-52EC-B99B9EF74E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BF97869-C20A-1A93-947E-E26F1CD5AA9E}"/>
              </a:ext>
            </a:extLst>
          </p:cNvPr>
          <p:cNvSpPr/>
          <p:nvPr/>
        </p:nvSpPr>
        <p:spPr>
          <a:xfrm>
            <a:off x="16764000" y="8912700"/>
            <a:ext cx="1110967" cy="1110967"/>
          </a:xfrm>
          <a:custGeom>
            <a:avLst/>
            <a:gdLst/>
            <a:ahLst/>
            <a:cxnLst/>
            <a:rect l="l" t="t" r="r" b="b"/>
            <a:pathLst>
              <a:path w="765367" h="765367">
                <a:moveTo>
                  <a:pt x="0" y="0"/>
                </a:moveTo>
                <a:lnTo>
                  <a:pt x="765367" y="0"/>
                </a:lnTo>
                <a:lnTo>
                  <a:pt x="765367" y="765367"/>
                </a:lnTo>
                <a:lnTo>
                  <a:pt x="0" y="7653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44C2BBC0-6AA9-3C33-D398-98D86FA933AF}"/>
              </a:ext>
            </a:extLst>
          </p:cNvPr>
          <p:cNvSpPr/>
          <p:nvPr/>
        </p:nvSpPr>
        <p:spPr>
          <a:xfrm>
            <a:off x="473074" y="1948892"/>
            <a:ext cx="7677766" cy="0"/>
          </a:xfrm>
          <a:prstGeom prst="line">
            <a:avLst/>
          </a:prstGeom>
          <a:ln w="95250" cap="rnd">
            <a:solidFill>
              <a:srgbClr val="9119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 dirty="0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66E10AF4-F13C-7028-7722-8594B6792749}"/>
              </a:ext>
            </a:extLst>
          </p:cNvPr>
          <p:cNvSpPr txBox="1"/>
          <p:nvPr/>
        </p:nvSpPr>
        <p:spPr>
          <a:xfrm>
            <a:off x="498095" y="570663"/>
            <a:ext cx="13395326" cy="10382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400"/>
              </a:lnSpc>
            </a:pPr>
            <a:r>
              <a:rPr lang="en-US" sz="6000" dirty="0">
                <a:solidFill>
                  <a:srgbClr val="000000"/>
                </a:solidFill>
                <a:latin typeface="League Spartan"/>
              </a:rPr>
              <a:t>Iterator trait (2/4)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E009CCC-6BE8-9C13-481A-09251DE9E3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7658275"/>
              </p:ext>
            </p:extLst>
          </p:nvPr>
        </p:nvGraphicFramePr>
        <p:xfrm>
          <a:off x="3121640" y="2857500"/>
          <a:ext cx="10058400" cy="5826593"/>
        </p:xfrm>
        <a:graphic>
          <a:graphicData uri="http://schemas.openxmlformats.org/drawingml/2006/table">
            <a:tbl>
              <a:tblPr/>
              <a:tblGrid>
                <a:gridCol w="5029200">
                  <a:extLst>
                    <a:ext uri="{9D8B030D-6E8A-4147-A177-3AD203B41FA5}">
                      <a16:colId xmlns:a16="http://schemas.microsoft.com/office/drawing/2014/main" val="625919161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3874785232"/>
                    </a:ext>
                  </a:extLst>
                </a:gridCol>
              </a:tblGrid>
              <a:tr h="35795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400" b="1" dirty="0">
                          <a:solidFill>
                            <a:schemeClr val="bg1"/>
                          </a:solidFill>
                          <a:latin typeface="League Spartan" panose="020B0604020202020204" charset="0"/>
                        </a:rPr>
                        <a:t>Method</a:t>
                      </a:r>
                    </a:p>
                  </a:txBody>
                  <a:tcPr marL="69630" marR="69630" marT="34815" marB="348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119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400" b="1" dirty="0">
                          <a:solidFill>
                            <a:schemeClr val="bg1"/>
                          </a:solidFill>
                          <a:latin typeface="League Spartan" panose="020B0604020202020204" charset="0"/>
                        </a:rPr>
                        <a:t>Description</a:t>
                      </a:r>
                    </a:p>
                  </a:txBody>
                  <a:tcPr marL="69630" marR="69630" marT="34815" marB="348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119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9076891"/>
                  </a:ext>
                </a:extLst>
              </a:tr>
              <a:tr h="6278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>
                          <a:latin typeface="+mn-lt"/>
                        </a:rPr>
                        <a:t>next</a:t>
                      </a:r>
                    </a:p>
                  </a:txBody>
                  <a:tcPr marL="69630" marR="69630" marT="34815" marB="348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League Spartan" panose="020B0604020202020204" charset="0"/>
                        </a:rPr>
                        <a:t>Advances the iterator and returns the next value.</a:t>
                      </a:r>
                    </a:p>
                  </a:txBody>
                  <a:tcPr marL="69630" marR="69630" marT="34815" marB="348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0313935"/>
                  </a:ext>
                </a:extLst>
              </a:tr>
              <a:tr h="6278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>
                          <a:latin typeface="+mn-lt"/>
                        </a:rPr>
                        <a:t>map</a:t>
                      </a:r>
                    </a:p>
                  </a:txBody>
                  <a:tcPr marL="69630" marR="69630" marT="34815" marB="348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League Spartan" panose="020B0604020202020204" charset="0"/>
                        </a:rPr>
                        <a:t>Applies a function to each element and returns a new iterator.</a:t>
                      </a:r>
                    </a:p>
                  </a:txBody>
                  <a:tcPr marL="69630" marR="69630" marT="34815" marB="348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598033"/>
                  </a:ext>
                </a:extLst>
              </a:tr>
              <a:tr h="6278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>
                          <a:latin typeface="+mn-lt"/>
                        </a:rPr>
                        <a:t>filter</a:t>
                      </a:r>
                    </a:p>
                  </a:txBody>
                  <a:tcPr marL="69630" marR="69630" marT="34815" marB="348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League Spartan" panose="020B0604020202020204" charset="0"/>
                        </a:rPr>
                        <a:t>Filters elements based on a predicate and returns a new iterator.</a:t>
                      </a:r>
                    </a:p>
                  </a:txBody>
                  <a:tcPr marL="69630" marR="69630" marT="34815" marB="348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0717848"/>
                  </a:ext>
                </a:extLst>
              </a:tr>
              <a:tr h="6278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>
                          <a:latin typeface="+mn-lt"/>
                        </a:rPr>
                        <a:t>take</a:t>
                      </a:r>
                    </a:p>
                  </a:txBody>
                  <a:tcPr marL="69630" marR="69630" marT="34815" marB="348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League Spartan" panose="020B0604020202020204" charset="0"/>
                        </a:rPr>
                        <a:t>Creates an iterator that yields the first n elements.</a:t>
                      </a:r>
                    </a:p>
                  </a:txBody>
                  <a:tcPr marL="69630" marR="69630" marT="34815" marB="348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3977299"/>
                  </a:ext>
                </a:extLst>
              </a:tr>
              <a:tr h="3579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>
                          <a:latin typeface="+mn-lt"/>
                        </a:rPr>
                        <a:t>collect</a:t>
                      </a:r>
                    </a:p>
                  </a:txBody>
                  <a:tcPr marL="69630" marR="69630" marT="34815" marB="348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League Spartan" panose="020B0604020202020204" charset="0"/>
                        </a:rPr>
                        <a:t>Transforms an iterator into a collection.</a:t>
                      </a:r>
                    </a:p>
                  </a:txBody>
                  <a:tcPr marL="69630" marR="69630" marT="34815" marB="348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6816217"/>
                  </a:ext>
                </a:extLst>
              </a:tr>
              <a:tr h="6278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>
                          <a:latin typeface="+mn-lt"/>
                        </a:rPr>
                        <a:t>fold</a:t>
                      </a:r>
                    </a:p>
                  </a:txBody>
                  <a:tcPr marL="69630" marR="69630" marT="34815" marB="348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League Spartan" panose="020B0604020202020204" charset="0"/>
                        </a:rPr>
                        <a:t>Accumulates a value by applying a function, consuming the iterator.</a:t>
                      </a:r>
                    </a:p>
                  </a:txBody>
                  <a:tcPr marL="69630" marR="69630" marT="34815" marB="348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3487154"/>
                  </a:ext>
                </a:extLst>
              </a:tr>
              <a:tr h="6278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>
                          <a:latin typeface="+mn-lt"/>
                        </a:rPr>
                        <a:t>for_each</a:t>
                      </a:r>
                    </a:p>
                  </a:txBody>
                  <a:tcPr marL="69630" marR="69630" marT="34815" marB="348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League Spartan" panose="020B0604020202020204" charset="0"/>
                        </a:rPr>
                        <a:t>Applies a function to each element, consuming the iterator.</a:t>
                      </a:r>
                    </a:p>
                  </a:txBody>
                  <a:tcPr marL="69630" marR="69630" marT="34815" marB="348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3613036"/>
                  </a:ext>
                </a:extLst>
              </a:tr>
              <a:tr h="3579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>
                          <a:latin typeface="+mn-lt"/>
                        </a:rPr>
                        <a:t>enumerate</a:t>
                      </a:r>
                    </a:p>
                  </a:txBody>
                  <a:tcPr marL="69630" marR="69630" marT="34815" marB="348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League Spartan" panose="020B0604020202020204" charset="0"/>
                        </a:rPr>
                        <a:t>Yields both the index and the element.</a:t>
                      </a:r>
                    </a:p>
                  </a:txBody>
                  <a:tcPr marL="69630" marR="69630" marT="34815" marB="348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4477356"/>
                  </a:ext>
                </a:extLst>
              </a:tr>
              <a:tr h="6278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>
                          <a:latin typeface="+mn-lt"/>
                        </a:rPr>
                        <a:t>zip</a:t>
                      </a:r>
                    </a:p>
                  </a:txBody>
                  <a:tcPr marL="69630" marR="69630" marT="34815" marB="348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League Spartan" panose="020B0604020202020204" charset="0"/>
                        </a:rPr>
                        <a:t>Combines two iterators into a single iterator of pairs.</a:t>
                      </a:r>
                    </a:p>
                  </a:txBody>
                  <a:tcPr marL="69630" marR="69630" marT="34815" marB="348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4462541"/>
                  </a:ext>
                </a:extLst>
              </a:tr>
              <a:tr h="3579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>
                          <a:latin typeface="+mn-lt"/>
                        </a:rPr>
                        <a:t>chain</a:t>
                      </a:r>
                    </a:p>
                  </a:txBody>
                  <a:tcPr marL="69630" marR="69630" marT="34815" marB="348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>
                          <a:latin typeface="League Spartan" panose="020B0604020202020204" charset="0"/>
                        </a:rPr>
                        <a:t>Concatenates two iterators.</a:t>
                      </a:r>
                    </a:p>
                  </a:txBody>
                  <a:tcPr marL="69630" marR="69630" marT="34815" marB="348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90344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1322458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B515DD-BD23-2F0E-B1A7-C88AF9BEFC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CCCD36DA-FF5A-5397-D996-CDC04A9F4EE7}"/>
              </a:ext>
            </a:extLst>
          </p:cNvPr>
          <p:cNvSpPr txBox="1"/>
          <p:nvPr/>
        </p:nvSpPr>
        <p:spPr>
          <a:xfrm>
            <a:off x="473074" y="2628900"/>
            <a:ext cx="17401893" cy="62243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409"/>
              </a:lnSpc>
            </a:pPr>
            <a:r>
              <a:rPr lang="en-US" sz="1800" dirty="0">
                <a:latin typeface="League Spartan"/>
              </a:rPr>
              <a:t>Example with filter and map :</a:t>
            </a:r>
          </a:p>
          <a:p>
            <a:pPr>
              <a:lnSpc>
                <a:spcPts val="4409"/>
              </a:lnSpc>
            </a:pPr>
            <a:endParaRPr lang="en-US" dirty="0">
              <a:latin typeface="League Spartan"/>
            </a:endParaRPr>
          </a:p>
          <a:p>
            <a:pPr>
              <a:lnSpc>
                <a:spcPts val="4409"/>
              </a:lnSpc>
            </a:pPr>
            <a:endParaRPr lang="en-US" sz="1800" dirty="0">
              <a:latin typeface="League Spartan"/>
            </a:endParaRPr>
          </a:p>
          <a:p>
            <a:pPr>
              <a:lnSpc>
                <a:spcPts val="4409"/>
              </a:lnSpc>
            </a:pPr>
            <a:endParaRPr lang="en-US" dirty="0">
              <a:latin typeface="League Spartan"/>
            </a:endParaRPr>
          </a:p>
          <a:p>
            <a:pPr>
              <a:lnSpc>
                <a:spcPts val="4409"/>
              </a:lnSpc>
            </a:pPr>
            <a:endParaRPr lang="en-US" sz="1800" dirty="0">
              <a:latin typeface="League Spartan"/>
            </a:endParaRPr>
          </a:p>
          <a:p>
            <a:pPr>
              <a:lnSpc>
                <a:spcPts val="4409"/>
              </a:lnSpc>
            </a:pPr>
            <a:endParaRPr lang="en-US" dirty="0">
              <a:latin typeface="League Spartan"/>
            </a:endParaRPr>
          </a:p>
          <a:p>
            <a:pPr>
              <a:lnSpc>
                <a:spcPts val="4409"/>
              </a:lnSpc>
            </a:pPr>
            <a:endParaRPr lang="en-US" sz="1800" dirty="0">
              <a:latin typeface="League Spartan"/>
            </a:endParaRPr>
          </a:p>
          <a:p>
            <a:pPr marL="342900" indent="-342900">
              <a:lnSpc>
                <a:spcPts val="4409"/>
              </a:lnSpc>
              <a:buFont typeface="+mj-lt"/>
              <a:buAutoNum type="arabicPeriod"/>
            </a:pPr>
            <a:r>
              <a:rPr lang="en-US" dirty="0">
                <a:latin typeface="League Spartan"/>
              </a:rPr>
              <a:t>filter retains only the even numbers.</a:t>
            </a:r>
          </a:p>
          <a:p>
            <a:pPr marL="342900" indent="-342900">
              <a:lnSpc>
                <a:spcPts val="4409"/>
              </a:lnSpc>
              <a:buFont typeface="+mj-lt"/>
              <a:buAutoNum type="arabicPeriod"/>
            </a:pPr>
            <a:r>
              <a:rPr lang="en-US" dirty="0">
                <a:latin typeface="League Spartan"/>
              </a:rPr>
              <a:t>map squares each remaining number.</a:t>
            </a:r>
          </a:p>
          <a:p>
            <a:pPr marL="342900" indent="-342900">
              <a:lnSpc>
                <a:spcPts val="4409"/>
              </a:lnSpc>
              <a:buFont typeface="+mj-lt"/>
              <a:buAutoNum type="arabicPeriod"/>
            </a:pPr>
            <a:r>
              <a:rPr lang="en-US" dirty="0">
                <a:latin typeface="League Spartan"/>
              </a:rPr>
              <a:t>collect gathers the results into a new vector. (Iterator are Lazy)</a:t>
            </a:r>
          </a:p>
          <a:p>
            <a:pPr>
              <a:lnSpc>
                <a:spcPts val="4409"/>
              </a:lnSpc>
            </a:pPr>
            <a:endParaRPr lang="en-US" sz="1800" dirty="0">
              <a:latin typeface="League Spartan"/>
            </a:endParaRPr>
          </a:p>
        </p:txBody>
      </p:sp>
      <p:sp>
        <p:nvSpPr>
          <p:cNvPr id="2" name="Freeform 2">
            <a:extLst>
              <a:ext uri="{FF2B5EF4-FFF2-40B4-BE49-F238E27FC236}">
                <a16:creationId xmlns:a16="http://schemas.microsoft.com/office/drawing/2014/main" id="{E6377B68-9E2D-0B72-5B91-016355431F4B}"/>
              </a:ext>
            </a:extLst>
          </p:cNvPr>
          <p:cNvSpPr/>
          <p:nvPr/>
        </p:nvSpPr>
        <p:spPr>
          <a:xfrm>
            <a:off x="16764000" y="8912700"/>
            <a:ext cx="1110967" cy="1110967"/>
          </a:xfrm>
          <a:custGeom>
            <a:avLst/>
            <a:gdLst/>
            <a:ahLst/>
            <a:cxnLst/>
            <a:rect l="l" t="t" r="r" b="b"/>
            <a:pathLst>
              <a:path w="765367" h="765367">
                <a:moveTo>
                  <a:pt x="0" y="0"/>
                </a:moveTo>
                <a:lnTo>
                  <a:pt x="765367" y="0"/>
                </a:lnTo>
                <a:lnTo>
                  <a:pt x="765367" y="765367"/>
                </a:lnTo>
                <a:lnTo>
                  <a:pt x="0" y="7653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CCC837B5-83BB-6182-4F3D-CC8DA29D6614}"/>
              </a:ext>
            </a:extLst>
          </p:cNvPr>
          <p:cNvSpPr/>
          <p:nvPr/>
        </p:nvSpPr>
        <p:spPr>
          <a:xfrm>
            <a:off x="473074" y="1948892"/>
            <a:ext cx="7677766" cy="0"/>
          </a:xfrm>
          <a:prstGeom prst="line">
            <a:avLst/>
          </a:prstGeom>
          <a:ln w="95250" cap="rnd">
            <a:solidFill>
              <a:srgbClr val="9119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 dirty="0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C957AEF9-A504-8E57-46D8-F8C0334B2C32}"/>
              </a:ext>
            </a:extLst>
          </p:cNvPr>
          <p:cNvSpPr txBox="1"/>
          <p:nvPr/>
        </p:nvSpPr>
        <p:spPr>
          <a:xfrm>
            <a:off x="498095" y="570663"/>
            <a:ext cx="13395326" cy="10382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400"/>
              </a:lnSpc>
            </a:pPr>
            <a:r>
              <a:rPr lang="en-US" sz="6000" dirty="0">
                <a:solidFill>
                  <a:srgbClr val="000000"/>
                </a:solidFill>
                <a:latin typeface="League Spartan"/>
              </a:rPr>
              <a:t>Iterator trait (3/4)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64B46B0-012E-905F-53C3-0953518411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0223" y="3390900"/>
            <a:ext cx="7601234" cy="2806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037676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8D67B7-8D6C-4642-D815-6FF3E9A56D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B07D7173-B74B-5B1E-4DB3-90FD2275543F}"/>
              </a:ext>
            </a:extLst>
          </p:cNvPr>
          <p:cNvSpPr/>
          <p:nvPr/>
        </p:nvSpPr>
        <p:spPr>
          <a:xfrm>
            <a:off x="16764000" y="8912700"/>
            <a:ext cx="1110967" cy="1110967"/>
          </a:xfrm>
          <a:custGeom>
            <a:avLst/>
            <a:gdLst/>
            <a:ahLst/>
            <a:cxnLst/>
            <a:rect l="l" t="t" r="r" b="b"/>
            <a:pathLst>
              <a:path w="765367" h="765367">
                <a:moveTo>
                  <a:pt x="0" y="0"/>
                </a:moveTo>
                <a:lnTo>
                  <a:pt x="765367" y="0"/>
                </a:lnTo>
                <a:lnTo>
                  <a:pt x="765367" y="765367"/>
                </a:lnTo>
                <a:lnTo>
                  <a:pt x="0" y="7653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FC2FBCE0-F0C2-BB2E-EBC5-D7A59375DACC}"/>
              </a:ext>
            </a:extLst>
          </p:cNvPr>
          <p:cNvSpPr/>
          <p:nvPr/>
        </p:nvSpPr>
        <p:spPr>
          <a:xfrm>
            <a:off x="473074" y="1948892"/>
            <a:ext cx="7677766" cy="0"/>
          </a:xfrm>
          <a:prstGeom prst="line">
            <a:avLst/>
          </a:prstGeom>
          <a:ln w="95250" cap="rnd">
            <a:solidFill>
              <a:srgbClr val="9119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 dirty="0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D9302A93-45E3-4537-B015-AF92F3825326}"/>
              </a:ext>
            </a:extLst>
          </p:cNvPr>
          <p:cNvSpPr txBox="1"/>
          <p:nvPr/>
        </p:nvSpPr>
        <p:spPr>
          <a:xfrm>
            <a:off x="498095" y="570663"/>
            <a:ext cx="13395326" cy="10382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400"/>
              </a:lnSpc>
            </a:pPr>
            <a:r>
              <a:rPr lang="en-US" sz="6000" dirty="0">
                <a:solidFill>
                  <a:srgbClr val="000000"/>
                </a:solidFill>
                <a:latin typeface="League Spartan"/>
              </a:rPr>
              <a:t>Iterator trait (4/4)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D208C38-C56F-50A9-ABC6-BE47BA1031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258395"/>
              </p:ext>
            </p:extLst>
          </p:nvPr>
        </p:nvGraphicFramePr>
        <p:xfrm>
          <a:off x="2362200" y="3044907"/>
          <a:ext cx="12042159" cy="5293201"/>
        </p:xfrm>
        <a:graphic>
          <a:graphicData uri="http://schemas.openxmlformats.org/drawingml/2006/table">
            <a:tbl>
              <a:tblPr/>
              <a:tblGrid>
                <a:gridCol w="2971800">
                  <a:extLst>
                    <a:ext uri="{9D8B030D-6E8A-4147-A177-3AD203B41FA5}">
                      <a16:colId xmlns:a16="http://schemas.microsoft.com/office/drawing/2014/main" val="1467123169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3018823865"/>
                    </a:ext>
                  </a:extLst>
                </a:gridCol>
                <a:gridCol w="6784359">
                  <a:extLst>
                    <a:ext uri="{9D8B030D-6E8A-4147-A177-3AD203B41FA5}">
                      <a16:colId xmlns:a16="http://schemas.microsoft.com/office/drawing/2014/main" val="684475785"/>
                    </a:ext>
                  </a:extLst>
                </a:gridCol>
              </a:tblGrid>
              <a:tr h="57223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b="1" dirty="0">
                          <a:solidFill>
                            <a:schemeClr val="bg1"/>
                          </a:solidFill>
                          <a:latin typeface="League Spartan" panose="020B0604020202020204" charset="0"/>
                        </a:rPr>
                        <a:t>Method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119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b="1" dirty="0">
                          <a:solidFill>
                            <a:schemeClr val="bg1"/>
                          </a:solidFill>
                          <a:latin typeface="League Spartan" panose="020B0604020202020204" charset="0"/>
                        </a:rPr>
                        <a:t>Ownership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119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b="1" dirty="0">
                          <a:solidFill>
                            <a:schemeClr val="bg1"/>
                          </a:solidFill>
                          <a:latin typeface="League Spartan" panose="020B0604020202020204" charset="0"/>
                        </a:rPr>
                        <a:t>Description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119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9683464"/>
                  </a:ext>
                </a:extLst>
              </a:tr>
              <a:tr h="14305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>
                          <a:latin typeface="+mj-lt"/>
                        </a:rPr>
                        <a:t>iter()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>
                          <a:latin typeface="League Spartan" panose="020B0604020202020204" charset="0"/>
                        </a:rPr>
                        <a:t>Borrows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League Spartan" panose="020B0604020202020204" charset="0"/>
                        </a:rPr>
                        <a:t>Creates an iterator that borrows each element immutably.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80889"/>
                  </a:ext>
                </a:extLst>
              </a:tr>
              <a:tr h="14305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 err="1">
                          <a:latin typeface="+mj-lt"/>
                        </a:rPr>
                        <a:t>iter_mut</a:t>
                      </a:r>
                      <a:r>
                        <a:rPr lang="en-GB" dirty="0">
                          <a:latin typeface="+mj-lt"/>
                        </a:rPr>
                        <a:t>()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>
                          <a:latin typeface="League Spartan" panose="020B0604020202020204" charset="0"/>
                        </a:rPr>
                        <a:t>Mutably Borrows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League Spartan" panose="020B0604020202020204" charset="0"/>
                        </a:rPr>
                        <a:t>Creates an iterator that borrows each element mutably.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6145921"/>
                  </a:ext>
                </a:extLst>
              </a:tr>
              <a:tr h="18597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 err="1">
                          <a:latin typeface="+mj-lt"/>
                        </a:rPr>
                        <a:t>into_iter</a:t>
                      </a:r>
                      <a:r>
                        <a:rPr lang="en-GB" dirty="0">
                          <a:latin typeface="+mj-lt"/>
                        </a:rPr>
                        <a:t>()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latin typeface="League Spartan" panose="020B0604020202020204" charset="0"/>
                        </a:rPr>
                        <a:t>Consumes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League Spartan" panose="020B0604020202020204" charset="0"/>
                        </a:rPr>
                        <a:t>Creates an iterator that takes ownership of each element, consuming the collection.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68294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6170170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9CB507-CC87-125A-5EF9-99D02A94B4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C471841-CE7D-66FD-C337-7F24A2C242A1}"/>
              </a:ext>
            </a:extLst>
          </p:cNvPr>
          <p:cNvSpPr txBox="1"/>
          <p:nvPr/>
        </p:nvSpPr>
        <p:spPr>
          <a:xfrm>
            <a:off x="473074" y="2628900"/>
            <a:ext cx="17401893" cy="39673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409"/>
              </a:lnSpc>
            </a:pPr>
            <a:r>
              <a:rPr lang="en-US" sz="1800" dirty="0">
                <a:latin typeface="League Spartan"/>
              </a:rPr>
              <a:t>To define a custom trait :</a:t>
            </a:r>
          </a:p>
          <a:p>
            <a:pPr>
              <a:lnSpc>
                <a:spcPts val="4409"/>
              </a:lnSpc>
            </a:pPr>
            <a:endParaRPr lang="en-US" dirty="0">
              <a:latin typeface="League Spartan"/>
            </a:endParaRPr>
          </a:p>
          <a:p>
            <a:pPr>
              <a:lnSpc>
                <a:spcPts val="4409"/>
              </a:lnSpc>
            </a:pPr>
            <a:endParaRPr lang="en-US" sz="1800" dirty="0">
              <a:latin typeface="League Spartan"/>
            </a:endParaRPr>
          </a:p>
          <a:p>
            <a:pPr>
              <a:lnSpc>
                <a:spcPts val="4409"/>
              </a:lnSpc>
            </a:pPr>
            <a:endParaRPr lang="en-US" dirty="0">
              <a:latin typeface="League Spartan"/>
            </a:endParaRPr>
          </a:p>
          <a:p>
            <a:pPr>
              <a:lnSpc>
                <a:spcPts val="4409"/>
              </a:lnSpc>
            </a:pPr>
            <a:endParaRPr lang="en-US" dirty="0">
              <a:latin typeface="League Spartan"/>
            </a:endParaRPr>
          </a:p>
          <a:p>
            <a:pPr>
              <a:lnSpc>
                <a:spcPts val="4409"/>
              </a:lnSpc>
            </a:pPr>
            <a:r>
              <a:rPr lang="en-US" dirty="0">
                <a:latin typeface="League Spartan"/>
              </a:rPr>
              <a:t>To implement it :</a:t>
            </a:r>
            <a:endParaRPr lang="en-US" sz="1800" dirty="0">
              <a:latin typeface="League Spartan"/>
            </a:endParaRPr>
          </a:p>
          <a:p>
            <a:pPr>
              <a:lnSpc>
                <a:spcPts val="4409"/>
              </a:lnSpc>
            </a:pPr>
            <a:endParaRPr lang="en-US" sz="1800" dirty="0">
              <a:latin typeface="League Spartan"/>
            </a:endParaRPr>
          </a:p>
        </p:txBody>
      </p:sp>
      <p:sp>
        <p:nvSpPr>
          <p:cNvPr id="2" name="Freeform 2">
            <a:extLst>
              <a:ext uri="{FF2B5EF4-FFF2-40B4-BE49-F238E27FC236}">
                <a16:creationId xmlns:a16="http://schemas.microsoft.com/office/drawing/2014/main" id="{7E35FE9B-864C-72A5-A474-45F890521893}"/>
              </a:ext>
            </a:extLst>
          </p:cNvPr>
          <p:cNvSpPr/>
          <p:nvPr/>
        </p:nvSpPr>
        <p:spPr>
          <a:xfrm>
            <a:off x="16764000" y="8912700"/>
            <a:ext cx="1110967" cy="1110967"/>
          </a:xfrm>
          <a:custGeom>
            <a:avLst/>
            <a:gdLst/>
            <a:ahLst/>
            <a:cxnLst/>
            <a:rect l="l" t="t" r="r" b="b"/>
            <a:pathLst>
              <a:path w="765367" h="765367">
                <a:moveTo>
                  <a:pt x="0" y="0"/>
                </a:moveTo>
                <a:lnTo>
                  <a:pt x="765367" y="0"/>
                </a:lnTo>
                <a:lnTo>
                  <a:pt x="765367" y="765367"/>
                </a:lnTo>
                <a:lnTo>
                  <a:pt x="0" y="7653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7D47036A-A5E3-2AD6-177A-386F3BA9E835}"/>
              </a:ext>
            </a:extLst>
          </p:cNvPr>
          <p:cNvSpPr/>
          <p:nvPr/>
        </p:nvSpPr>
        <p:spPr>
          <a:xfrm>
            <a:off x="473074" y="1948892"/>
            <a:ext cx="7677766" cy="0"/>
          </a:xfrm>
          <a:prstGeom prst="line">
            <a:avLst/>
          </a:prstGeom>
          <a:ln w="95250" cap="rnd">
            <a:solidFill>
              <a:srgbClr val="9119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 dirty="0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3B61816E-C8BB-76C7-9FE1-A5570DD6BE96}"/>
              </a:ext>
            </a:extLst>
          </p:cNvPr>
          <p:cNvSpPr txBox="1"/>
          <p:nvPr/>
        </p:nvSpPr>
        <p:spPr>
          <a:xfrm>
            <a:off x="498095" y="570663"/>
            <a:ext cx="13395326" cy="10382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400"/>
              </a:lnSpc>
            </a:pPr>
            <a:r>
              <a:rPr lang="en-US" sz="6000" dirty="0">
                <a:solidFill>
                  <a:srgbClr val="000000"/>
                </a:solidFill>
                <a:latin typeface="League Spartan"/>
              </a:rPr>
              <a:t>Custom Trait (1/2)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5F637F3-BF4A-976F-7A4B-8AA1ABBC80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0" y="3267221"/>
            <a:ext cx="8635203" cy="156214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31BDFAF-A8E8-5E60-0B87-57714F07645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7565" y="6017405"/>
            <a:ext cx="5979836" cy="3721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23962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B39FC1-AD31-92F2-A4D6-A965E92636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D60827E-9994-343F-331F-40FC0F465145}"/>
              </a:ext>
            </a:extLst>
          </p:cNvPr>
          <p:cNvSpPr txBox="1"/>
          <p:nvPr/>
        </p:nvSpPr>
        <p:spPr>
          <a:xfrm>
            <a:off x="515155" y="5923663"/>
            <a:ext cx="17401893" cy="1710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ts val="4409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eague Spartan"/>
              </a:rPr>
              <a:t>Two Point instances, point1 and point2, are created.</a:t>
            </a:r>
          </a:p>
          <a:p>
            <a:pPr marL="285750" indent="-285750">
              <a:lnSpc>
                <a:spcPts val="4409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eague Spartan"/>
              </a:rPr>
              <a:t>The </a:t>
            </a:r>
            <a:r>
              <a:rPr lang="en-US" sz="1800" dirty="0" err="1">
                <a:latin typeface="League Spartan"/>
              </a:rPr>
              <a:t>distance_to</a:t>
            </a:r>
            <a:r>
              <a:rPr lang="en-US" sz="1800" dirty="0">
                <a:latin typeface="League Spartan"/>
              </a:rPr>
              <a:t> method is called on point1 with point2 as the argument.</a:t>
            </a:r>
          </a:p>
          <a:p>
            <a:pPr marL="285750" indent="-285750">
              <a:lnSpc>
                <a:spcPts val="4409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eague Spartan"/>
              </a:rPr>
              <a:t>The result is printed with two decimal places for clarity.</a:t>
            </a:r>
          </a:p>
        </p:txBody>
      </p:sp>
      <p:sp>
        <p:nvSpPr>
          <p:cNvPr id="2" name="Freeform 2">
            <a:extLst>
              <a:ext uri="{FF2B5EF4-FFF2-40B4-BE49-F238E27FC236}">
                <a16:creationId xmlns:a16="http://schemas.microsoft.com/office/drawing/2014/main" id="{5CB970C0-8D65-A127-BE38-D42E95C0AF3C}"/>
              </a:ext>
            </a:extLst>
          </p:cNvPr>
          <p:cNvSpPr/>
          <p:nvPr/>
        </p:nvSpPr>
        <p:spPr>
          <a:xfrm>
            <a:off x="16764000" y="8912700"/>
            <a:ext cx="1110967" cy="1110967"/>
          </a:xfrm>
          <a:custGeom>
            <a:avLst/>
            <a:gdLst/>
            <a:ahLst/>
            <a:cxnLst/>
            <a:rect l="l" t="t" r="r" b="b"/>
            <a:pathLst>
              <a:path w="765367" h="765367">
                <a:moveTo>
                  <a:pt x="0" y="0"/>
                </a:moveTo>
                <a:lnTo>
                  <a:pt x="765367" y="0"/>
                </a:lnTo>
                <a:lnTo>
                  <a:pt x="765367" y="765367"/>
                </a:lnTo>
                <a:lnTo>
                  <a:pt x="0" y="7653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C5B15ABC-D447-C6B5-4936-10020DEC67FA}"/>
              </a:ext>
            </a:extLst>
          </p:cNvPr>
          <p:cNvSpPr/>
          <p:nvPr/>
        </p:nvSpPr>
        <p:spPr>
          <a:xfrm>
            <a:off x="473074" y="1948892"/>
            <a:ext cx="7677766" cy="0"/>
          </a:xfrm>
          <a:prstGeom prst="line">
            <a:avLst/>
          </a:prstGeom>
          <a:ln w="95250" cap="rnd">
            <a:solidFill>
              <a:srgbClr val="9119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 dirty="0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804C1B3A-0BF8-01FC-7E55-69145F2355E3}"/>
              </a:ext>
            </a:extLst>
          </p:cNvPr>
          <p:cNvSpPr txBox="1"/>
          <p:nvPr/>
        </p:nvSpPr>
        <p:spPr>
          <a:xfrm>
            <a:off x="498095" y="570663"/>
            <a:ext cx="13395326" cy="10382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400"/>
              </a:lnSpc>
            </a:pPr>
            <a:r>
              <a:rPr lang="en-US" sz="6000" dirty="0">
                <a:solidFill>
                  <a:srgbClr val="000000"/>
                </a:solidFill>
                <a:latin typeface="League Spartan"/>
              </a:rPr>
              <a:t>Custom Trait (2/2)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F00CBAD-1C20-CD99-9C9D-15D2DE53E9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6267" y="3314701"/>
            <a:ext cx="10931448" cy="2600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8627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D19022-E66D-E327-942B-AAC40C2E3F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380113C2-3BB3-7906-DE44-4987067D27E5}"/>
              </a:ext>
            </a:extLst>
          </p:cNvPr>
          <p:cNvSpPr txBox="1"/>
          <p:nvPr/>
        </p:nvSpPr>
        <p:spPr>
          <a:xfrm>
            <a:off x="473074" y="2552700"/>
            <a:ext cx="17401893" cy="56600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409"/>
              </a:lnSpc>
            </a:pPr>
            <a:r>
              <a:rPr lang="en-US" sz="1800" dirty="0">
                <a:latin typeface="League Spartan"/>
              </a:rPr>
              <a:t>Generic types allow you to write flexible and reusable functions, structs, </a:t>
            </a:r>
            <a:r>
              <a:rPr lang="en-US" sz="1800" dirty="0" err="1">
                <a:latin typeface="League Spartan"/>
              </a:rPr>
              <a:t>enums</a:t>
            </a:r>
            <a:r>
              <a:rPr lang="en-US" sz="1800" dirty="0">
                <a:latin typeface="League Spartan"/>
              </a:rPr>
              <a:t>, and traits that can operate on multiple types without duplicating code. </a:t>
            </a:r>
          </a:p>
          <a:p>
            <a:pPr>
              <a:lnSpc>
                <a:spcPts val="4409"/>
              </a:lnSpc>
            </a:pPr>
            <a:r>
              <a:rPr lang="en-US" sz="1800" b="1" u="sng" dirty="0">
                <a:solidFill>
                  <a:srgbClr val="91194B"/>
                </a:solidFill>
                <a:latin typeface="League Spartan"/>
              </a:rPr>
              <a:t>They provide a way to abstract over types while maintaining type safety and performance.</a:t>
            </a:r>
          </a:p>
          <a:p>
            <a:pPr>
              <a:lnSpc>
                <a:spcPts val="4409"/>
              </a:lnSpc>
            </a:pPr>
            <a:endParaRPr lang="en-US" sz="1800" dirty="0">
              <a:latin typeface="League Spartan"/>
            </a:endParaRPr>
          </a:p>
          <a:p>
            <a:pPr>
              <a:lnSpc>
                <a:spcPts val="4409"/>
              </a:lnSpc>
            </a:pPr>
            <a:endParaRPr lang="en-US" dirty="0">
              <a:latin typeface="League Spartan"/>
            </a:endParaRPr>
          </a:p>
          <a:p>
            <a:pPr>
              <a:lnSpc>
                <a:spcPts val="4409"/>
              </a:lnSpc>
            </a:pPr>
            <a:endParaRPr lang="en-US" sz="1800" dirty="0">
              <a:latin typeface="League Spartan"/>
            </a:endParaRPr>
          </a:p>
          <a:p>
            <a:pPr marL="285750" indent="-285750">
              <a:lnSpc>
                <a:spcPts val="4409"/>
              </a:lnSpc>
              <a:buFont typeface="Arial" panose="020B0604020202020204" pitchFamily="34" charset="0"/>
              <a:buChar char="•"/>
            </a:pPr>
            <a:endParaRPr lang="en-US" dirty="0">
              <a:latin typeface="League Spartan"/>
            </a:endParaRPr>
          </a:p>
          <a:p>
            <a:pPr marL="285750" indent="-285750">
              <a:lnSpc>
                <a:spcPts val="4409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League Spartan"/>
              </a:rPr>
              <a:t>&lt;T&gt; declares a generic type parameter T for the Point struct.</a:t>
            </a:r>
          </a:p>
          <a:p>
            <a:pPr marL="285750" indent="-285750">
              <a:lnSpc>
                <a:spcPts val="4409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League Spartan"/>
              </a:rPr>
              <a:t>The fields x and y are of type T.</a:t>
            </a:r>
          </a:p>
          <a:p>
            <a:pPr marL="285750" indent="-285750">
              <a:lnSpc>
                <a:spcPts val="4409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League Spartan"/>
              </a:rPr>
              <a:t>When creating an instance of Point, T will be substituted with a concrete type.</a:t>
            </a:r>
          </a:p>
          <a:p>
            <a:pPr>
              <a:lnSpc>
                <a:spcPts val="4409"/>
              </a:lnSpc>
            </a:pPr>
            <a:endParaRPr lang="en-US" sz="1800" dirty="0">
              <a:latin typeface="League Spartan"/>
            </a:endParaRPr>
          </a:p>
        </p:txBody>
      </p:sp>
      <p:sp>
        <p:nvSpPr>
          <p:cNvPr id="2" name="Freeform 2">
            <a:extLst>
              <a:ext uri="{FF2B5EF4-FFF2-40B4-BE49-F238E27FC236}">
                <a16:creationId xmlns:a16="http://schemas.microsoft.com/office/drawing/2014/main" id="{54865446-95B9-D7B0-94AF-FA8760904726}"/>
              </a:ext>
            </a:extLst>
          </p:cNvPr>
          <p:cNvSpPr/>
          <p:nvPr/>
        </p:nvSpPr>
        <p:spPr>
          <a:xfrm>
            <a:off x="16764000" y="8912700"/>
            <a:ext cx="1110967" cy="1110967"/>
          </a:xfrm>
          <a:custGeom>
            <a:avLst/>
            <a:gdLst/>
            <a:ahLst/>
            <a:cxnLst/>
            <a:rect l="l" t="t" r="r" b="b"/>
            <a:pathLst>
              <a:path w="765367" h="765367">
                <a:moveTo>
                  <a:pt x="0" y="0"/>
                </a:moveTo>
                <a:lnTo>
                  <a:pt x="765367" y="0"/>
                </a:lnTo>
                <a:lnTo>
                  <a:pt x="765367" y="765367"/>
                </a:lnTo>
                <a:lnTo>
                  <a:pt x="0" y="7653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1ECD19D9-CE7A-8B3C-2D5E-FDAA407020A1}"/>
              </a:ext>
            </a:extLst>
          </p:cNvPr>
          <p:cNvSpPr/>
          <p:nvPr/>
        </p:nvSpPr>
        <p:spPr>
          <a:xfrm>
            <a:off x="473074" y="1948892"/>
            <a:ext cx="7677766" cy="0"/>
          </a:xfrm>
          <a:prstGeom prst="line">
            <a:avLst/>
          </a:prstGeom>
          <a:ln w="95250" cap="rnd">
            <a:solidFill>
              <a:srgbClr val="9119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 dirty="0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5E9328CE-8504-1154-A19F-0B253F350E51}"/>
              </a:ext>
            </a:extLst>
          </p:cNvPr>
          <p:cNvSpPr txBox="1"/>
          <p:nvPr/>
        </p:nvSpPr>
        <p:spPr>
          <a:xfrm>
            <a:off x="498095" y="570663"/>
            <a:ext cx="13395326" cy="10382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400"/>
              </a:lnSpc>
            </a:pPr>
            <a:r>
              <a:rPr lang="en-US" sz="6000" dirty="0">
                <a:solidFill>
                  <a:srgbClr val="000000"/>
                </a:solidFill>
                <a:latin typeface="League Spartan"/>
              </a:rPr>
              <a:t>Generic Type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4C0AA36-6799-0BED-114F-FEF96CF6C7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5038" y="3848100"/>
            <a:ext cx="4224236" cy="1704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384363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1435FF4-3B75-7C77-9986-2605F57711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E691A31-BE6C-6F66-FBF8-3E36ACE4FBF9}"/>
              </a:ext>
            </a:extLst>
          </p:cNvPr>
          <p:cNvSpPr/>
          <p:nvPr/>
        </p:nvSpPr>
        <p:spPr>
          <a:xfrm>
            <a:off x="5943600" y="490017"/>
            <a:ext cx="7199522" cy="1757883"/>
          </a:xfrm>
          <a:custGeom>
            <a:avLst/>
            <a:gdLst/>
            <a:ahLst/>
            <a:cxnLst/>
            <a:rect l="l" t="t" r="r" b="b"/>
            <a:pathLst>
              <a:path w="7693445" h="1878483">
                <a:moveTo>
                  <a:pt x="0" y="0"/>
                </a:moveTo>
                <a:lnTo>
                  <a:pt x="7693444" y="0"/>
                </a:lnTo>
                <a:lnTo>
                  <a:pt x="7693444" y="1878483"/>
                </a:lnTo>
                <a:lnTo>
                  <a:pt x="0" y="187848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CB53EDA5-D52B-1C07-B718-170B2B0F1E99}"/>
              </a:ext>
            </a:extLst>
          </p:cNvPr>
          <p:cNvSpPr/>
          <p:nvPr/>
        </p:nvSpPr>
        <p:spPr>
          <a:xfrm>
            <a:off x="-6784111" y="-2803506"/>
            <a:ext cx="11404820" cy="16553776"/>
          </a:xfrm>
          <a:custGeom>
            <a:avLst/>
            <a:gdLst/>
            <a:ahLst/>
            <a:cxnLst/>
            <a:rect l="l" t="t" r="r" b="b"/>
            <a:pathLst>
              <a:path w="11404820" h="16553776">
                <a:moveTo>
                  <a:pt x="0" y="0"/>
                </a:moveTo>
                <a:lnTo>
                  <a:pt x="11404820" y="0"/>
                </a:lnTo>
                <a:lnTo>
                  <a:pt x="11404820" y="16553776"/>
                </a:lnTo>
                <a:lnTo>
                  <a:pt x="0" y="1655377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7000"/>
            </a:blip>
            <a:stretch>
              <a:fillRect t="-6622" r="-98831" b="-6622"/>
            </a:stretch>
          </a:blipFill>
        </p:spPr>
        <p:txBody>
          <a:bodyPr/>
          <a:lstStyle/>
          <a:p>
            <a:endParaRPr lang="en-GB" dirty="0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4F84541B-6D85-2FD5-DCAD-F3F7C0B2EC89}"/>
              </a:ext>
            </a:extLst>
          </p:cNvPr>
          <p:cNvSpPr txBox="1"/>
          <p:nvPr/>
        </p:nvSpPr>
        <p:spPr>
          <a:xfrm>
            <a:off x="0" y="3894549"/>
            <a:ext cx="18288000" cy="21058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 dirty="0">
                <a:solidFill>
                  <a:srgbClr val="000000"/>
                </a:solidFill>
                <a:latin typeface="League Spartan"/>
              </a:rPr>
              <a:t>Core data structure &amp; complexity</a:t>
            </a:r>
          </a:p>
          <a:p>
            <a:pPr algn="ctr">
              <a:lnSpc>
                <a:spcPts val="8400"/>
              </a:lnSpc>
            </a:pPr>
            <a:endParaRPr lang="en-US" sz="6000" dirty="0">
              <a:solidFill>
                <a:srgbClr val="000000"/>
              </a:solidFill>
              <a:latin typeface="League Spartan"/>
            </a:endParaRP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D67DDBA2-7047-AA22-E756-44FAC564B8E8}"/>
              </a:ext>
            </a:extLst>
          </p:cNvPr>
          <p:cNvSpPr txBox="1"/>
          <p:nvPr/>
        </p:nvSpPr>
        <p:spPr>
          <a:xfrm>
            <a:off x="6478237" y="5873338"/>
            <a:ext cx="5370909" cy="5443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409"/>
              </a:lnSpc>
            </a:pPr>
            <a:r>
              <a:rPr lang="en-US" sz="3150" dirty="0">
                <a:solidFill>
                  <a:srgbClr val="000000"/>
                </a:solidFill>
                <a:latin typeface="League Spartan"/>
              </a:rPr>
              <a:t>Core data structures</a:t>
            </a:r>
          </a:p>
        </p:txBody>
      </p:sp>
      <p:sp>
        <p:nvSpPr>
          <p:cNvPr id="7" name="Freeform 2">
            <a:extLst>
              <a:ext uri="{FF2B5EF4-FFF2-40B4-BE49-F238E27FC236}">
                <a16:creationId xmlns:a16="http://schemas.microsoft.com/office/drawing/2014/main" id="{4F5D7781-0A99-EB82-FA3C-8259E0833838}"/>
              </a:ext>
            </a:extLst>
          </p:cNvPr>
          <p:cNvSpPr/>
          <p:nvPr/>
        </p:nvSpPr>
        <p:spPr>
          <a:xfrm>
            <a:off x="16764000" y="8912700"/>
            <a:ext cx="1110967" cy="1110967"/>
          </a:xfrm>
          <a:custGeom>
            <a:avLst/>
            <a:gdLst/>
            <a:ahLst/>
            <a:cxnLst/>
            <a:rect l="l" t="t" r="r" b="b"/>
            <a:pathLst>
              <a:path w="765367" h="765367">
                <a:moveTo>
                  <a:pt x="0" y="0"/>
                </a:moveTo>
                <a:lnTo>
                  <a:pt x="765367" y="0"/>
                </a:lnTo>
                <a:lnTo>
                  <a:pt x="765367" y="765367"/>
                </a:lnTo>
                <a:lnTo>
                  <a:pt x="0" y="76536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8265970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75007C-69D8-DD6B-6A64-E22D3EEA60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E53D9B2D-754B-4E6B-2E57-1A66609C6608}"/>
              </a:ext>
            </a:extLst>
          </p:cNvPr>
          <p:cNvSpPr/>
          <p:nvPr/>
        </p:nvSpPr>
        <p:spPr>
          <a:xfrm>
            <a:off x="16764000" y="8912700"/>
            <a:ext cx="1110967" cy="1110967"/>
          </a:xfrm>
          <a:custGeom>
            <a:avLst/>
            <a:gdLst/>
            <a:ahLst/>
            <a:cxnLst/>
            <a:rect l="l" t="t" r="r" b="b"/>
            <a:pathLst>
              <a:path w="765367" h="765367">
                <a:moveTo>
                  <a:pt x="0" y="0"/>
                </a:moveTo>
                <a:lnTo>
                  <a:pt x="765367" y="0"/>
                </a:lnTo>
                <a:lnTo>
                  <a:pt x="765367" y="765367"/>
                </a:lnTo>
                <a:lnTo>
                  <a:pt x="0" y="7653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4E00C53A-B1EE-DAE4-DC5B-432B367464F3}"/>
              </a:ext>
            </a:extLst>
          </p:cNvPr>
          <p:cNvSpPr/>
          <p:nvPr/>
        </p:nvSpPr>
        <p:spPr>
          <a:xfrm>
            <a:off x="473074" y="1948892"/>
            <a:ext cx="7677766" cy="0"/>
          </a:xfrm>
          <a:prstGeom prst="line">
            <a:avLst/>
          </a:prstGeom>
          <a:ln w="95250" cap="rnd">
            <a:solidFill>
              <a:srgbClr val="9119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 dirty="0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B02384F2-0B04-4799-53A2-36B9C45B2E6D}"/>
              </a:ext>
            </a:extLst>
          </p:cNvPr>
          <p:cNvSpPr txBox="1"/>
          <p:nvPr/>
        </p:nvSpPr>
        <p:spPr>
          <a:xfrm>
            <a:off x="473074" y="570491"/>
            <a:ext cx="13395326" cy="10382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400"/>
              </a:lnSpc>
            </a:pPr>
            <a:r>
              <a:rPr lang="en-US" sz="6000" dirty="0">
                <a:solidFill>
                  <a:srgbClr val="000000"/>
                </a:solidFill>
                <a:latin typeface="League Spartan"/>
              </a:rPr>
              <a:t>Vector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7BE1C90-B48C-B9FF-9B75-AC46F1928FF3}"/>
              </a:ext>
            </a:extLst>
          </p:cNvPr>
          <p:cNvSpPr txBox="1"/>
          <p:nvPr/>
        </p:nvSpPr>
        <p:spPr>
          <a:xfrm>
            <a:off x="473074" y="2628900"/>
            <a:ext cx="17401893" cy="73528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409"/>
              </a:lnSpc>
            </a:pPr>
            <a:r>
              <a:rPr lang="en-US" dirty="0">
                <a:solidFill>
                  <a:srgbClr val="000000"/>
                </a:solidFill>
                <a:latin typeface="League Spartan"/>
              </a:rPr>
              <a:t>A growable array type, stored on the heap. </a:t>
            </a:r>
          </a:p>
          <a:p>
            <a:pPr>
              <a:lnSpc>
                <a:spcPts val="4409"/>
              </a:lnSpc>
            </a:pPr>
            <a:r>
              <a:rPr lang="en-US" dirty="0">
                <a:solidFill>
                  <a:srgbClr val="000000"/>
                </a:solidFill>
                <a:latin typeface="League Spartan"/>
              </a:rPr>
              <a:t>Vectors provide dynamic resizing and efficient random access to elements.</a:t>
            </a:r>
            <a:endParaRPr lang="en-US" sz="1800" dirty="0">
              <a:solidFill>
                <a:srgbClr val="000000"/>
              </a:solidFill>
              <a:latin typeface="League Spartan"/>
            </a:endParaRPr>
          </a:p>
          <a:p>
            <a:pPr>
              <a:lnSpc>
                <a:spcPts val="4409"/>
              </a:lnSpc>
            </a:pPr>
            <a:r>
              <a:rPr lang="en-US" sz="1800" b="1" u="sng" dirty="0">
                <a:solidFill>
                  <a:srgbClr val="91194B"/>
                </a:solidFill>
                <a:latin typeface="League Spartan"/>
              </a:rPr>
              <a:t>When to Use It</a:t>
            </a:r>
          </a:p>
          <a:p>
            <a:pPr marL="285750" indent="-285750">
              <a:lnSpc>
                <a:spcPts val="4409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  <a:latin typeface="League Spartan"/>
              </a:rPr>
              <a:t>Use when you need a resizable array with efficient insertion and deletion at the end.</a:t>
            </a:r>
          </a:p>
          <a:p>
            <a:pPr marL="285750" indent="-285750">
              <a:lnSpc>
                <a:spcPts val="4409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  <a:latin typeface="League Spartan"/>
              </a:rPr>
              <a:t>Time Complexity:</a:t>
            </a:r>
          </a:p>
          <a:p>
            <a:pPr marL="742950" lvl="1" indent="-285750">
              <a:lnSpc>
                <a:spcPts val="4409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League Spartan"/>
              </a:rPr>
              <a:t>Insertion/Deletion at end: O(1)</a:t>
            </a:r>
          </a:p>
          <a:p>
            <a:pPr marL="742950" lvl="1" indent="-285750">
              <a:lnSpc>
                <a:spcPts val="4409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League Spartan"/>
              </a:rPr>
              <a:t>Insertion/Deletion in the middle: O(n)</a:t>
            </a:r>
          </a:p>
          <a:p>
            <a:pPr marL="742950" lvl="1" indent="-285750">
              <a:lnSpc>
                <a:spcPts val="4409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League Spartan"/>
              </a:rPr>
              <a:t>Access: O(1)</a:t>
            </a:r>
          </a:p>
          <a:p>
            <a:pPr marL="742950" lvl="1" indent="-285750">
              <a:lnSpc>
                <a:spcPts val="4409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League Spartan"/>
              </a:rPr>
              <a:t>Search: O(n)</a:t>
            </a:r>
          </a:p>
          <a:p>
            <a:pPr>
              <a:lnSpc>
                <a:spcPts val="4409"/>
              </a:lnSpc>
            </a:pPr>
            <a:r>
              <a:rPr lang="en-US" sz="1800" b="1" dirty="0">
                <a:solidFill>
                  <a:srgbClr val="91194B"/>
                </a:solidFill>
                <a:latin typeface="League Spartan"/>
              </a:rPr>
              <a:t>Use Case</a:t>
            </a:r>
          </a:p>
          <a:p>
            <a:pPr marL="285750" indent="-285750">
              <a:lnSpc>
                <a:spcPts val="4409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  <a:latin typeface="League Spartan"/>
              </a:rPr>
              <a:t>Storing a list of elements where the size may change dynamically.</a:t>
            </a:r>
          </a:p>
          <a:p>
            <a:pPr marL="285750" indent="-285750">
              <a:lnSpc>
                <a:spcPts val="4409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  <a:latin typeface="League Spartan"/>
              </a:rPr>
              <a:t>Implementing stacks, queues (with appropriate methods), or other linear data structures.</a:t>
            </a:r>
          </a:p>
          <a:p>
            <a:pPr marL="285750" indent="-285750">
              <a:lnSpc>
                <a:spcPts val="4409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  <a:latin typeface="League Spartan"/>
              </a:rPr>
              <a:t>Situations where random access and iteration are frequently needed.</a:t>
            </a:r>
            <a:endParaRPr lang="en-GB" sz="1800" dirty="0">
              <a:solidFill>
                <a:srgbClr val="000000"/>
              </a:solidFill>
              <a:latin typeface="League Spartan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7B50263-CAB4-DDCB-E392-FF41FA7C59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9561536"/>
              </p:ext>
            </p:extLst>
          </p:nvPr>
        </p:nvGraphicFramePr>
        <p:xfrm>
          <a:off x="9753600" y="1948892"/>
          <a:ext cx="7848600" cy="7366461"/>
        </p:xfrm>
        <a:graphic>
          <a:graphicData uri="http://schemas.openxmlformats.org/drawingml/2006/table">
            <a:tbl>
              <a:tblPr/>
              <a:tblGrid>
                <a:gridCol w="3924300">
                  <a:extLst>
                    <a:ext uri="{9D8B030D-6E8A-4147-A177-3AD203B41FA5}">
                      <a16:colId xmlns:a16="http://schemas.microsoft.com/office/drawing/2014/main" val="3947085913"/>
                    </a:ext>
                  </a:extLst>
                </a:gridCol>
                <a:gridCol w="3924300">
                  <a:extLst>
                    <a:ext uri="{9D8B030D-6E8A-4147-A177-3AD203B41FA5}">
                      <a16:colId xmlns:a16="http://schemas.microsoft.com/office/drawing/2014/main" val="2202588529"/>
                    </a:ext>
                  </a:extLst>
                </a:gridCol>
              </a:tblGrid>
              <a:tr h="27990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400" b="1" dirty="0">
                          <a:solidFill>
                            <a:schemeClr val="bg1"/>
                          </a:solidFill>
                          <a:latin typeface="League Spartan" panose="020B0604020202020204" charset="0"/>
                        </a:rPr>
                        <a:t>Method Name</a:t>
                      </a:r>
                    </a:p>
                  </a:txBody>
                  <a:tcPr marL="40774" marR="40774" marT="20387" marB="2038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119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400" b="1" dirty="0">
                          <a:solidFill>
                            <a:schemeClr val="bg1"/>
                          </a:solidFill>
                          <a:latin typeface="League Spartan" panose="020B0604020202020204" charset="0"/>
                        </a:rPr>
                        <a:t>Definition</a:t>
                      </a:r>
                    </a:p>
                  </a:txBody>
                  <a:tcPr marL="40774" marR="40774" marT="20387" marB="2038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119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7545208"/>
                  </a:ext>
                </a:extLst>
              </a:tr>
              <a:tr h="2799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>
                          <a:latin typeface="Courier New" panose="02070309020205020404" pitchFamily="49" charset="0"/>
                        </a:rPr>
                        <a:t>new</a:t>
                      </a:r>
                      <a:endParaRPr lang="en-GB" sz="1400"/>
                    </a:p>
                  </a:txBody>
                  <a:tcPr marL="40774" marR="40774" marT="20387" marB="2038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>
                          <a:latin typeface="League Spartan" panose="020B0604020202020204" charset="0"/>
                        </a:rPr>
                        <a:t>Creates an empty Vector.</a:t>
                      </a:r>
                    </a:p>
                  </a:txBody>
                  <a:tcPr marL="40774" marR="40774" marT="20387" marB="2038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0456158"/>
                  </a:ext>
                </a:extLst>
              </a:tr>
              <a:tr h="4365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>
                          <a:latin typeface="Courier New" panose="02070309020205020404" pitchFamily="49" charset="0"/>
                        </a:rPr>
                        <a:t>with_capacity</a:t>
                      </a:r>
                      <a:endParaRPr lang="en-GB" sz="1400"/>
                    </a:p>
                  </a:txBody>
                  <a:tcPr marL="40774" marR="40774" marT="20387" marB="2038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League Spartan" panose="020B0604020202020204" charset="0"/>
                        </a:rPr>
                        <a:t>Creates an empty Vector with a specified capacity.</a:t>
                      </a:r>
                    </a:p>
                  </a:txBody>
                  <a:tcPr marL="40774" marR="40774" marT="20387" marB="2038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2722443"/>
                  </a:ext>
                </a:extLst>
              </a:tr>
              <a:tr h="2799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>
                          <a:latin typeface="Courier New" panose="02070309020205020404" pitchFamily="49" charset="0"/>
                        </a:rPr>
                        <a:t>push</a:t>
                      </a:r>
                      <a:endParaRPr lang="en-GB" sz="1400"/>
                    </a:p>
                  </a:txBody>
                  <a:tcPr marL="40774" marR="40774" marT="20387" marB="2038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League Spartan" panose="020B0604020202020204" charset="0"/>
                        </a:rPr>
                        <a:t>Adds an element to the end of the vector.</a:t>
                      </a:r>
                    </a:p>
                  </a:txBody>
                  <a:tcPr marL="40774" marR="40774" marT="20387" marB="2038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2307425"/>
                  </a:ext>
                </a:extLst>
              </a:tr>
              <a:tr h="4365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>
                          <a:latin typeface="Courier New" panose="02070309020205020404" pitchFamily="49" charset="0"/>
                        </a:rPr>
                        <a:t>pop</a:t>
                      </a:r>
                      <a:endParaRPr lang="en-GB" sz="1400"/>
                    </a:p>
                  </a:txBody>
                  <a:tcPr marL="40774" marR="40774" marT="20387" marB="2038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League Spartan" panose="020B0604020202020204" charset="0"/>
                        </a:rPr>
                        <a:t>Removes and returns the last element of the vector.</a:t>
                      </a:r>
                    </a:p>
                  </a:txBody>
                  <a:tcPr marL="40774" marR="40774" marT="20387" marB="2038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765048"/>
                  </a:ext>
                </a:extLst>
              </a:tr>
              <a:tr h="2799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>
                          <a:latin typeface="Courier New" panose="02070309020205020404" pitchFamily="49" charset="0"/>
                        </a:rPr>
                        <a:t>insert</a:t>
                      </a:r>
                      <a:endParaRPr lang="en-GB" sz="1400"/>
                    </a:p>
                  </a:txBody>
                  <a:tcPr marL="40774" marR="40774" marT="20387" marB="2038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League Spartan" panose="020B0604020202020204" charset="0"/>
                        </a:rPr>
                        <a:t>Inserts an element at a given index.</a:t>
                      </a:r>
                    </a:p>
                  </a:txBody>
                  <a:tcPr marL="40774" marR="40774" marT="20387" marB="2038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1156500"/>
                  </a:ext>
                </a:extLst>
              </a:tr>
              <a:tr h="4365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>
                          <a:latin typeface="Courier New" panose="02070309020205020404" pitchFamily="49" charset="0"/>
                        </a:rPr>
                        <a:t>remove</a:t>
                      </a:r>
                      <a:endParaRPr lang="en-GB" sz="1400"/>
                    </a:p>
                  </a:txBody>
                  <a:tcPr marL="40774" marR="40774" marT="20387" marB="2038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League Spartan" panose="020B0604020202020204" charset="0"/>
                        </a:rPr>
                        <a:t>Removes and returns the element at a given index.</a:t>
                      </a:r>
                    </a:p>
                  </a:txBody>
                  <a:tcPr marL="40774" marR="40774" marT="20387" marB="2038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4960590"/>
                  </a:ext>
                </a:extLst>
              </a:tr>
              <a:tr h="4365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>
                          <a:latin typeface="Courier New" panose="02070309020205020404" pitchFamily="49" charset="0"/>
                        </a:rPr>
                        <a:t>len</a:t>
                      </a:r>
                      <a:endParaRPr lang="en-GB" sz="1400"/>
                    </a:p>
                  </a:txBody>
                  <a:tcPr marL="40774" marR="40774" marT="20387" marB="2038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League Spartan" panose="020B0604020202020204" charset="0"/>
                        </a:rPr>
                        <a:t>Returns the number of elements in the vector.</a:t>
                      </a:r>
                    </a:p>
                  </a:txBody>
                  <a:tcPr marL="40774" marR="40774" marT="20387" marB="2038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6126675"/>
                  </a:ext>
                </a:extLst>
              </a:tr>
              <a:tr h="2799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>
                          <a:latin typeface="Courier New" panose="02070309020205020404" pitchFamily="49" charset="0"/>
                        </a:rPr>
                        <a:t>is_empty</a:t>
                      </a:r>
                      <a:endParaRPr lang="en-GB" sz="1400"/>
                    </a:p>
                  </a:txBody>
                  <a:tcPr marL="40774" marR="40774" marT="20387" marB="2038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League Spartan" panose="020B0604020202020204" charset="0"/>
                        </a:rPr>
                        <a:t>Checks if the vector is empty.</a:t>
                      </a:r>
                    </a:p>
                  </a:txBody>
                  <a:tcPr marL="40774" marR="40774" marT="20387" marB="2038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8523074"/>
                  </a:ext>
                </a:extLst>
              </a:tr>
              <a:tr h="4365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>
                          <a:latin typeface="Courier New" panose="02070309020205020404" pitchFamily="49" charset="0"/>
                        </a:rPr>
                        <a:t>get</a:t>
                      </a:r>
                      <a:endParaRPr lang="en-GB" sz="1400"/>
                    </a:p>
                  </a:txBody>
                  <a:tcPr marL="40774" marR="40774" marT="20387" marB="2038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League Spartan" panose="020B0604020202020204" charset="0"/>
                        </a:rPr>
                        <a:t>Returns a reference to the element at a given index.</a:t>
                      </a:r>
                    </a:p>
                  </a:txBody>
                  <a:tcPr marL="40774" marR="40774" marT="20387" marB="2038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3232184"/>
                  </a:ext>
                </a:extLst>
              </a:tr>
              <a:tr h="2799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>
                          <a:latin typeface="Courier New" panose="02070309020205020404" pitchFamily="49" charset="0"/>
                        </a:rPr>
                        <a:t>iter</a:t>
                      </a:r>
                      <a:endParaRPr lang="en-GB" sz="1400"/>
                    </a:p>
                  </a:txBody>
                  <a:tcPr marL="40774" marR="40774" marT="20387" marB="2038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League Spartan" panose="020B0604020202020204" charset="0"/>
                        </a:rPr>
                        <a:t>Returns an iterator over the elements.</a:t>
                      </a:r>
                    </a:p>
                  </a:txBody>
                  <a:tcPr marL="40774" marR="40774" marT="20387" marB="2038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8249332"/>
                  </a:ext>
                </a:extLst>
              </a:tr>
              <a:tr h="4365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>
                          <a:latin typeface="Courier New" panose="02070309020205020404" pitchFamily="49" charset="0"/>
                        </a:rPr>
                        <a:t>iter_mut</a:t>
                      </a:r>
                      <a:endParaRPr lang="en-GB" sz="1400"/>
                    </a:p>
                  </a:txBody>
                  <a:tcPr marL="40774" marR="40774" marT="20387" marB="2038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League Spartan" panose="020B0604020202020204" charset="0"/>
                        </a:rPr>
                        <a:t>Returns a mutable iterator over the elements.</a:t>
                      </a:r>
                    </a:p>
                  </a:txBody>
                  <a:tcPr marL="40774" marR="40774" marT="20387" marB="2038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2610591"/>
                  </a:ext>
                </a:extLst>
              </a:tr>
              <a:tr h="2799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>
                          <a:latin typeface="Courier New" panose="02070309020205020404" pitchFamily="49" charset="0"/>
                        </a:rPr>
                        <a:t>sort</a:t>
                      </a:r>
                      <a:endParaRPr lang="en-GB" sz="1400"/>
                    </a:p>
                  </a:txBody>
                  <a:tcPr marL="40774" marR="40774" marT="20387" marB="2038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League Spartan" panose="020B0604020202020204" charset="0"/>
                        </a:rPr>
                        <a:t>Sorts the elements of the vector in place.</a:t>
                      </a:r>
                    </a:p>
                  </a:txBody>
                  <a:tcPr marL="40774" marR="40774" marT="20387" marB="2038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4288137"/>
                  </a:ext>
                </a:extLst>
              </a:tr>
              <a:tr h="2799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>
                          <a:latin typeface="Courier New" panose="02070309020205020404" pitchFamily="49" charset="0"/>
                        </a:rPr>
                        <a:t>dedup</a:t>
                      </a:r>
                      <a:endParaRPr lang="en-GB" sz="1400"/>
                    </a:p>
                  </a:txBody>
                  <a:tcPr marL="40774" marR="40774" marT="20387" marB="2038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>
                          <a:latin typeface="League Spartan" panose="020B0604020202020204" charset="0"/>
                        </a:rPr>
                        <a:t>Removes consecutive duplicate elements.</a:t>
                      </a:r>
                    </a:p>
                  </a:txBody>
                  <a:tcPr marL="40774" marR="40774" marT="20387" marB="2038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769928"/>
                  </a:ext>
                </a:extLst>
              </a:tr>
              <a:tr h="4365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>
                          <a:latin typeface="Courier New" panose="02070309020205020404" pitchFamily="49" charset="0"/>
                        </a:rPr>
                        <a:t>retain</a:t>
                      </a:r>
                      <a:endParaRPr lang="en-GB" sz="1400"/>
                    </a:p>
                  </a:txBody>
                  <a:tcPr marL="40774" marR="40774" marT="20387" marB="2038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League Spartan" panose="020B0604020202020204" charset="0"/>
                        </a:rPr>
                        <a:t>Retains only the elements specified by a predicate.</a:t>
                      </a:r>
                    </a:p>
                  </a:txBody>
                  <a:tcPr marL="40774" marR="40774" marT="20387" marB="2038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7733859"/>
                  </a:ext>
                </a:extLst>
              </a:tr>
              <a:tr h="4365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>
                          <a:latin typeface="Courier New" panose="02070309020205020404" pitchFamily="49" charset="0"/>
                        </a:rPr>
                        <a:t>extend</a:t>
                      </a:r>
                      <a:endParaRPr lang="en-GB" sz="1400"/>
                    </a:p>
                  </a:txBody>
                  <a:tcPr marL="40774" marR="40774" marT="20387" marB="2038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League Spartan" panose="020B0604020202020204" charset="0"/>
                        </a:rPr>
                        <a:t>Extends the vector with the elements of an iterator.</a:t>
                      </a:r>
                    </a:p>
                  </a:txBody>
                  <a:tcPr marL="40774" marR="40774" marT="20387" marB="2038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2752300"/>
                  </a:ext>
                </a:extLst>
              </a:tr>
              <a:tr h="2799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>
                          <a:latin typeface="Courier New" panose="02070309020205020404" pitchFamily="49" charset="0"/>
                        </a:rPr>
                        <a:t>clear</a:t>
                      </a:r>
                      <a:endParaRPr lang="en-GB" sz="1400"/>
                    </a:p>
                  </a:txBody>
                  <a:tcPr marL="40774" marR="40774" marT="20387" marB="2038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League Spartan" panose="020B0604020202020204" charset="0"/>
                        </a:rPr>
                        <a:t>Removes all elements from the vector.</a:t>
                      </a:r>
                    </a:p>
                  </a:txBody>
                  <a:tcPr marL="40774" marR="40774" marT="20387" marB="2038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136612"/>
                  </a:ext>
                </a:extLst>
              </a:tr>
              <a:tr h="2799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>
                          <a:latin typeface="Courier New" panose="02070309020205020404" pitchFamily="49" charset="0"/>
                        </a:rPr>
                        <a:t>capacity</a:t>
                      </a:r>
                      <a:endParaRPr lang="en-GB" sz="1400"/>
                    </a:p>
                  </a:txBody>
                  <a:tcPr marL="40774" marR="40774" marT="20387" marB="2038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League Spartan" panose="020B0604020202020204" charset="0"/>
                        </a:rPr>
                        <a:t>Returns the total capacity of the vector.</a:t>
                      </a:r>
                    </a:p>
                  </a:txBody>
                  <a:tcPr marL="40774" marR="40774" marT="20387" marB="2038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6036400"/>
                  </a:ext>
                </a:extLst>
              </a:tr>
              <a:tr h="2799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>
                          <a:latin typeface="Courier New" panose="02070309020205020404" pitchFamily="49" charset="0"/>
                        </a:rPr>
                        <a:t>reserve</a:t>
                      </a:r>
                      <a:endParaRPr lang="en-GB" sz="1400"/>
                    </a:p>
                  </a:txBody>
                  <a:tcPr marL="40774" marR="40774" marT="20387" marB="2038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League Spartan" panose="020B0604020202020204" charset="0"/>
                        </a:rPr>
                        <a:t>Reserves capacity for additional elements.</a:t>
                      </a:r>
                    </a:p>
                  </a:txBody>
                  <a:tcPr marL="40774" marR="40774" marT="20387" marB="2038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7768932"/>
                  </a:ext>
                </a:extLst>
              </a:tr>
              <a:tr h="2799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>
                          <a:latin typeface="Courier New" panose="02070309020205020404" pitchFamily="49" charset="0"/>
                        </a:rPr>
                        <a:t>truncate</a:t>
                      </a:r>
                      <a:endParaRPr lang="en-GB" sz="1400"/>
                    </a:p>
                  </a:txBody>
                  <a:tcPr marL="40774" marR="40774" marT="20387" marB="2038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League Spartan" panose="020B0604020202020204" charset="0"/>
                        </a:rPr>
                        <a:t>Shortens the vector to a specified length.</a:t>
                      </a:r>
                    </a:p>
                  </a:txBody>
                  <a:tcPr marL="40774" marR="40774" marT="20387" marB="2038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0360314"/>
                  </a:ext>
                </a:extLst>
              </a:tr>
              <a:tr h="5149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>
                          <a:latin typeface="Courier New" panose="02070309020205020404" pitchFamily="49" charset="0"/>
                        </a:rPr>
                        <a:t>split_off</a:t>
                      </a:r>
                      <a:endParaRPr lang="en-GB" sz="1400"/>
                    </a:p>
                  </a:txBody>
                  <a:tcPr marL="40774" marR="40774" marT="20387" marB="2038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League Spartan" panose="020B0604020202020204" charset="0"/>
                        </a:rPr>
                        <a:t>Splits the vector at a given index and returns the remaining elements.</a:t>
                      </a:r>
                    </a:p>
                  </a:txBody>
                  <a:tcPr marL="40774" marR="40774" marT="20387" marB="2038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14302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88533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36E1A6-3207-9D52-AD46-084C8F3F70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D3D95438-D23E-9D62-FB38-793A922CBA3D}"/>
              </a:ext>
            </a:extLst>
          </p:cNvPr>
          <p:cNvSpPr/>
          <p:nvPr/>
        </p:nvSpPr>
        <p:spPr>
          <a:xfrm>
            <a:off x="16764000" y="8912700"/>
            <a:ext cx="1110967" cy="1110967"/>
          </a:xfrm>
          <a:custGeom>
            <a:avLst/>
            <a:gdLst/>
            <a:ahLst/>
            <a:cxnLst/>
            <a:rect l="l" t="t" r="r" b="b"/>
            <a:pathLst>
              <a:path w="765367" h="765367">
                <a:moveTo>
                  <a:pt x="0" y="0"/>
                </a:moveTo>
                <a:lnTo>
                  <a:pt x="765367" y="0"/>
                </a:lnTo>
                <a:lnTo>
                  <a:pt x="765367" y="765367"/>
                </a:lnTo>
                <a:lnTo>
                  <a:pt x="0" y="7653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1D19CE38-EF37-5513-8737-8B8EFD7404B9}"/>
              </a:ext>
            </a:extLst>
          </p:cNvPr>
          <p:cNvSpPr/>
          <p:nvPr/>
        </p:nvSpPr>
        <p:spPr>
          <a:xfrm>
            <a:off x="473074" y="1948892"/>
            <a:ext cx="7677766" cy="0"/>
          </a:xfrm>
          <a:prstGeom prst="line">
            <a:avLst/>
          </a:prstGeom>
          <a:ln w="95250" cap="rnd">
            <a:solidFill>
              <a:srgbClr val="9119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 dirty="0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08954925-6A8D-5348-3E98-7214C58533ED}"/>
              </a:ext>
            </a:extLst>
          </p:cNvPr>
          <p:cNvSpPr txBox="1"/>
          <p:nvPr/>
        </p:nvSpPr>
        <p:spPr>
          <a:xfrm>
            <a:off x="473074" y="570491"/>
            <a:ext cx="13395326" cy="10382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400"/>
              </a:lnSpc>
            </a:pPr>
            <a:r>
              <a:rPr lang="en-US" sz="6000" dirty="0">
                <a:solidFill>
                  <a:srgbClr val="000000"/>
                </a:solidFill>
                <a:latin typeface="League Spartan"/>
              </a:rPr>
              <a:t>LinkedList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3A9D9A-622B-D31A-CAFB-F667EE2564E5}"/>
              </a:ext>
            </a:extLst>
          </p:cNvPr>
          <p:cNvSpPr txBox="1"/>
          <p:nvPr/>
        </p:nvSpPr>
        <p:spPr>
          <a:xfrm>
            <a:off x="473074" y="2628900"/>
            <a:ext cx="17401893" cy="6788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409"/>
              </a:lnSpc>
            </a:pPr>
            <a:r>
              <a:rPr lang="en-US" dirty="0">
                <a:solidFill>
                  <a:srgbClr val="000000"/>
                </a:solidFill>
                <a:latin typeface="League Spartan"/>
              </a:rPr>
              <a:t>A doubly-linked list with heap-allocated nodes. </a:t>
            </a:r>
          </a:p>
          <a:p>
            <a:pPr>
              <a:lnSpc>
                <a:spcPts val="4409"/>
              </a:lnSpc>
            </a:pPr>
            <a:r>
              <a:rPr lang="en-US" dirty="0">
                <a:solidFill>
                  <a:srgbClr val="000000"/>
                </a:solidFill>
                <a:latin typeface="League Spartan"/>
              </a:rPr>
              <a:t>Each node contains an element and pointers to the next and previous nodes.</a:t>
            </a:r>
          </a:p>
          <a:p>
            <a:pPr>
              <a:lnSpc>
                <a:spcPts val="4409"/>
              </a:lnSpc>
            </a:pPr>
            <a:endParaRPr lang="en-US" sz="1800" dirty="0">
              <a:solidFill>
                <a:srgbClr val="000000"/>
              </a:solidFill>
              <a:latin typeface="League Spartan"/>
            </a:endParaRPr>
          </a:p>
          <a:p>
            <a:pPr>
              <a:lnSpc>
                <a:spcPts val="4409"/>
              </a:lnSpc>
            </a:pPr>
            <a:r>
              <a:rPr lang="en-US" sz="1800" b="1" u="sng" dirty="0">
                <a:solidFill>
                  <a:srgbClr val="91194B"/>
                </a:solidFill>
                <a:latin typeface="League Spartan"/>
              </a:rPr>
              <a:t>When to Use It</a:t>
            </a:r>
          </a:p>
          <a:p>
            <a:pPr marL="285750" indent="-285750">
              <a:lnSpc>
                <a:spcPts val="4409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  <a:latin typeface="League Spartan"/>
              </a:rPr>
              <a:t>Use when frequent insertions and deletions at both ends or in the middle are required.</a:t>
            </a:r>
          </a:p>
          <a:p>
            <a:pPr marL="285750" indent="-285750">
              <a:lnSpc>
                <a:spcPts val="4409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  <a:latin typeface="League Spartan"/>
              </a:rPr>
              <a:t>Time Complexity:</a:t>
            </a:r>
          </a:p>
          <a:p>
            <a:pPr marL="285750" indent="-285750">
              <a:lnSpc>
                <a:spcPts val="4409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  <a:latin typeface="League Spartan"/>
              </a:rPr>
              <a:t>Insertion/Deletion at ends: O(1)</a:t>
            </a:r>
          </a:p>
          <a:p>
            <a:pPr marL="285750" indent="-285750">
              <a:lnSpc>
                <a:spcPts val="4409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  <a:latin typeface="League Spartan"/>
              </a:rPr>
              <a:t>Insertion/Deletion in the middle: O(n)</a:t>
            </a:r>
          </a:p>
          <a:p>
            <a:pPr marL="285750" indent="-285750">
              <a:lnSpc>
                <a:spcPts val="4409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  <a:latin typeface="League Spartan"/>
              </a:rPr>
              <a:t>Access: O(n)</a:t>
            </a:r>
          </a:p>
          <a:p>
            <a:pPr>
              <a:lnSpc>
                <a:spcPts val="4409"/>
              </a:lnSpc>
            </a:pPr>
            <a:r>
              <a:rPr lang="en-US" sz="1800" b="1" dirty="0">
                <a:solidFill>
                  <a:srgbClr val="91194B"/>
                </a:solidFill>
                <a:latin typeface="League Spartan"/>
              </a:rPr>
              <a:t>Use Case</a:t>
            </a:r>
          </a:p>
          <a:p>
            <a:pPr marL="285750" indent="-285750">
              <a:lnSpc>
                <a:spcPts val="4409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  <a:latin typeface="League Spartan"/>
              </a:rPr>
              <a:t>Implementing queues, stacks, or other structures where dynamic insertion/deletion is needed.</a:t>
            </a:r>
          </a:p>
          <a:p>
            <a:pPr marL="285750" indent="-285750">
              <a:lnSpc>
                <a:spcPts val="4409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  <a:latin typeface="League Spartan"/>
              </a:rPr>
              <a:t>Situations where cache locality is not critical.</a:t>
            </a:r>
            <a:endParaRPr lang="en-GB" sz="1800" dirty="0">
              <a:solidFill>
                <a:srgbClr val="000000"/>
              </a:solidFill>
              <a:latin typeface="League Spartan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962A1D1-C9EF-9B85-7CFD-9B8F53A210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8635190"/>
              </p:ext>
            </p:extLst>
          </p:nvPr>
        </p:nvGraphicFramePr>
        <p:xfrm>
          <a:off x="9646504" y="3223259"/>
          <a:ext cx="8229600" cy="5083262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2084273102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3150402733"/>
                    </a:ext>
                  </a:extLst>
                </a:gridCol>
              </a:tblGrid>
              <a:tr h="4841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b="1">
                          <a:solidFill>
                            <a:schemeClr val="bg1"/>
                          </a:solidFill>
                        </a:rPr>
                        <a:t>Method 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119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b="1" dirty="0">
                          <a:solidFill>
                            <a:schemeClr val="bg1"/>
                          </a:solidFill>
                        </a:rPr>
                        <a:t>Definition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119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4501714"/>
                  </a:ext>
                </a:extLst>
              </a:tr>
              <a:tr h="4841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latin typeface="Courier New" panose="02070309020205020404" pitchFamily="49" charset="0"/>
                        </a:rPr>
                        <a:t>new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>
                          <a:latin typeface="League Spartan" panose="020B0604020202020204" charset="0"/>
                        </a:rPr>
                        <a:t>Creates an empty LinkedList.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2299001"/>
                  </a:ext>
                </a:extLst>
              </a:tr>
              <a:tr h="4841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latin typeface="Courier New" panose="02070309020205020404" pitchFamily="49" charset="0"/>
                        </a:rPr>
                        <a:t>push_front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League Spartan" panose="020B0604020202020204" charset="0"/>
                        </a:rPr>
                        <a:t>Adds an element to the front of the list.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7280769"/>
                  </a:ext>
                </a:extLst>
              </a:tr>
              <a:tr h="4841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latin typeface="Courier New" panose="02070309020205020404" pitchFamily="49" charset="0"/>
                        </a:rPr>
                        <a:t>push_back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League Spartan" panose="020B0604020202020204" charset="0"/>
                        </a:rPr>
                        <a:t>Adds an element to the back of the list.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130162"/>
                  </a:ext>
                </a:extLst>
              </a:tr>
              <a:tr h="8472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latin typeface="Courier New" panose="02070309020205020404" pitchFamily="49" charset="0"/>
                        </a:rPr>
                        <a:t>pop_front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League Spartan" panose="020B0604020202020204" charset="0"/>
                        </a:rPr>
                        <a:t>Removes and returns the element from the front of the list.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4451543"/>
                  </a:ext>
                </a:extLst>
              </a:tr>
              <a:tr h="8472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latin typeface="Courier New" panose="02070309020205020404" pitchFamily="49" charset="0"/>
                        </a:rPr>
                        <a:t>pop_back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League Spartan" panose="020B0604020202020204" charset="0"/>
                        </a:rPr>
                        <a:t>Removes and returns the element from the back of the list.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2103359"/>
                  </a:ext>
                </a:extLst>
              </a:tr>
              <a:tr h="4841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latin typeface="Courier New" panose="02070309020205020404" pitchFamily="49" charset="0"/>
                        </a:rPr>
                        <a:t>len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League Spartan" panose="020B0604020202020204" charset="0"/>
                        </a:rPr>
                        <a:t>Returns the length of the list.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4374890"/>
                  </a:ext>
                </a:extLst>
              </a:tr>
              <a:tr h="4841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latin typeface="Courier New" panose="02070309020205020404" pitchFamily="49" charset="0"/>
                        </a:rPr>
                        <a:t>is_empty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League Spartan" panose="020B0604020202020204" charset="0"/>
                        </a:rPr>
                        <a:t>Checks if the list is empty.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5047335"/>
                  </a:ext>
                </a:extLst>
              </a:tr>
              <a:tr h="4841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latin typeface="Courier New" panose="02070309020205020404" pitchFamily="49" charset="0"/>
                        </a:rPr>
                        <a:t>split_off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League Spartan" panose="020B0604020202020204" charset="0"/>
                        </a:rPr>
                        <a:t>Splits the list at a given index.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38001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7445943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73F0A5-ED0C-4D60-4F8A-5940CFB692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75DB59C-D05F-4F8D-923A-7CFB282EEBA4}"/>
              </a:ext>
            </a:extLst>
          </p:cNvPr>
          <p:cNvSpPr/>
          <p:nvPr/>
        </p:nvSpPr>
        <p:spPr>
          <a:xfrm>
            <a:off x="16764000" y="8912700"/>
            <a:ext cx="1110967" cy="1110967"/>
          </a:xfrm>
          <a:custGeom>
            <a:avLst/>
            <a:gdLst/>
            <a:ahLst/>
            <a:cxnLst/>
            <a:rect l="l" t="t" r="r" b="b"/>
            <a:pathLst>
              <a:path w="765367" h="765367">
                <a:moveTo>
                  <a:pt x="0" y="0"/>
                </a:moveTo>
                <a:lnTo>
                  <a:pt x="765367" y="0"/>
                </a:lnTo>
                <a:lnTo>
                  <a:pt x="765367" y="765367"/>
                </a:lnTo>
                <a:lnTo>
                  <a:pt x="0" y="7653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4A4F233C-E622-6676-0C81-C798FDCC75DE}"/>
              </a:ext>
            </a:extLst>
          </p:cNvPr>
          <p:cNvSpPr/>
          <p:nvPr/>
        </p:nvSpPr>
        <p:spPr>
          <a:xfrm>
            <a:off x="473074" y="1948892"/>
            <a:ext cx="7677766" cy="0"/>
          </a:xfrm>
          <a:prstGeom prst="line">
            <a:avLst/>
          </a:prstGeom>
          <a:ln w="95250" cap="rnd">
            <a:solidFill>
              <a:srgbClr val="9119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 dirty="0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5DB05C4A-5BB2-D367-ECDF-CA8E257C87DD}"/>
              </a:ext>
            </a:extLst>
          </p:cNvPr>
          <p:cNvSpPr txBox="1"/>
          <p:nvPr/>
        </p:nvSpPr>
        <p:spPr>
          <a:xfrm>
            <a:off x="473074" y="570491"/>
            <a:ext cx="13395326" cy="10382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400"/>
              </a:lnSpc>
            </a:pPr>
            <a:r>
              <a:rPr lang="en-US" sz="6000" dirty="0" err="1">
                <a:solidFill>
                  <a:srgbClr val="000000"/>
                </a:solidFill>
                <a:latin typeface="League Spartan"/>
              </a:rPr>
              <a:t>VecDeque</a:t>
            </a:r>
            <a:endParaRPr lang="en-US" sz="6000" dirty="0">
              <a:solidFill>
                <a:srgbClr val="000000"/>
              </a:solidFill>
              <a:latin typeface="League Spartan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3F14E2-CA2E-79FC-E211-BCED34316429}"/>
              </a:ext>
            </a:extLst>
          </p:cNvPr>
          <p:cNvSpPr txBox="1"/>
          <p:nvPr/>
        </p:nvSpPr>
        <p:spPr>
          <a:xfrm>
            <a:off x="473074" y="2628900"/>
            <a:ext cx="17401893" cy="62243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409"/>
              </a:lnSpc>
            </a:pPr>
            <a:r>
              <a:rPr lang="en-US" dirty="0">
                <a:solidFill>
                  <a:srgbClr val="000000"/>
                </a:solidFill>
                <a:latin typeface="League Spartan"/>
              </a:rPr>
              <a:t>A double-ended queue implemented as a growable ring buffer.</a:t>
            </a:r>
          </a:p>
          <a:p>
            <a:pPr>
              <a:lnSpc>
                <a:spcPts val="4409"/>
              </a:lnSpc>
            </a:pPr>
            <a:r>
              <a:rPr lang="en-US" dirty="0">
                <a:solidFill>
                  <a:srgbClr val="000000"/>
                </a:solidFill>
                <a:latin typeface="League Spartan"/>
              </a:rPr>
              <a:t> It allows efficient insertion and removal from both ends.</a:t>
            </a:r>
            <a:endParaRPr lang="en-US" sz="1800" dirty="0">
              <a:solidFill>
                <a:srgbClr val="000000"/>
              </a:solidFill>
              <a:latin typeface="League Spartan"/>
            </a:endParaRPr>
          </a:p>
          <a:p>
            <a:pPr>
              <a:lnSpc>
                <a:spcPts val="4409"/>
              </a:lnSpc>
            </a:pPr>
            <a:r>
              <a:rPr lang="en-US" sz="1800" b="1" u="sng" dirty="0">
                <a:solidFill>
                  <a:srgbClr val="91194B"/>
                </a:solidFill>
                <a:latin typeface="League Spartan"/>
              </a:rPr>
              <a:t>When to Use It</a:t>
            </a:r>
          </a:p>
          <a:p>
            <a:pPr marL="285750" indent="-285750">
              <a:lnSpc>
                <a:spcPts val="4409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  <a:latin typeface="League Spartan"/>
              </a:rPr>
              <a:t>Use when you need a queue or a double-ended queue with efficient operations at both ends.</a:t>
            </a:r>
          </a:p>
          <a:p>
            <a:pPr marL="285750" indent="-285750">
              <a:lnSpc>
                <a:spcPts val="4409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  <a:latin typeface="League Spartan"/>
              </a:rPr>
              <a:t>Time Complexity:</a:t>
            </a:r>
          </a:p>
          <a:p>
            <a:pPr marL="742950" lvl="1" indent="-285750">
              <a:lnSpc>
                <a:spcPts val="4409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League Spartan"/>
              </a:rPr>
              <a:t>Insertion/Deletion at ends: O(1)</a:t>
            </a:r>
          </a:p>
          <a:p>
            <a:pPr marL="742950" lvl="1" indent="-285750">
              <a:lnSpc>
                <a:spcPts val="4409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League Spartan"/>
              </a:rPr>
              <a:t>Insertion/Deletion in the middle: O(n)</a:t>
            </a:r>
          </a:p>
          <a:p>
            <a:pPr marL="742950" lvl="1" indent="-285750">
              <a:lnSpc>
                <a:spcPts val="4409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League Spartan"/>
              </a:rPr>
              <a:t>Access: O(1)</a:t>
            </a:r>
          </a:p>
          <a:p>
            <a:pPr>
              <a:lnSpc>
                <a:spcPts val="4409"/>
              </a:lnSpc>
            </a:pPr>
            <a:r>
              <a:rPr lang="en-US" sz="1800" b="1" dirty="0">
                <a:solidFill>
                  <a:srgbClr val="91194B"/>
                </a:solidFill>
                <a:latin typeface="League Spartan"/>
              </a:rPr>
              <a:t>Use Case</a:t>
            </a:r>
          </a:p>
          <a:p>
            <a:pPr marL="285750" indent="-285750">
              <a:lnSpc>
                <a:spcPts val="4409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  <a:latin typeface="League Spartan"/>
              </a:rPr>
              <a:t>Task scheduling (FIFO or LIFO).</a:t>
            </a:r>
          </a:p>
          <a:p>
            <a:pPr marL="285750" indent="-285750">
              <a:lnSpc>
                <a:spcPts val="4409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  <a:latin typeface="League Spartan"/>
              </a:rPr>
              <a:t>Breadth-first search (BFS) where elements are added to the back and removed from the front.</a:t>
            </a:r>
            <a:endParaRPr lang="en-GB" sz="1800" dirty="0">
              <a:solidFill>
                <a:srgbClr val="000000"/>
              </a:solidFill>
              <a:latin typeface="League Spartan"/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039DE8A9-5350-A2BA-1428-EAC5A6F643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8398846"/>
              </p:ext>
            </p:extLst>
          </p:nvPr>
        </p:nvGraphicFramePr>
        <p:xfrm>
          <a:off x="10134600" y="2628900"/>
          <a:ext cx="7023046" cy="5715004"/>
        </p:xfrm>
        <a:graphic>
          <a:graphicData uri="http://schemas.openxmlformats.org/drawingml/2006/table">
            <a:tbl>
              <a:tblPr/>
              <a:tblGrid>
                <a:gridCol w="3511523">
                  <a:extLst>
                    <a:ext uri="{9D8B030D-6E8A-4147-A177-3AD203B41FA5}">
                      <a16:colId xmlns:a16="http://schemas.microsoft.com/office/drawing/2014/main" val="3737430676"/>
                    </a:ext>
                  </a:extLst>
                </a:gridCol>
                <a:gridCol w="3511523">
                  <a:extLst>
                    <a:ext uri="{9D8B030D-6E8A-4147-A177-3AD203B41FA5}">
                      <a16:colId xmlns:a16="http://schemas.microsoft.com/office/drawing/2014/main" val="1451227348"/>
                    </a:ext>
                  </a:extLst>
                </a:gridCol>
              </a:tblGrid>
              <a:tr h="39413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500" b="1" dirty="0">
                          <a:solidFill>
                            <a:schemeClr val="bg1"/>
                          </a:solidFill>
                          <a:latin typeface="League Spartan" panose="020B0604020202020204" charset="0"/>
                        </a:rPr>
                        <a:t>Method Name</a:t>
                      </a:r>
                    </a:p>
                  </a:txBody>
                  <a:tcPr marL="78034" marR="78034" marT="39017" marB="390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119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500" b="1" dirty="0">
                          <a:solidFill>
                            <a:schemeClr val="bg1"/>
                          </a:solidFill>
                          <a:latin typeface="League Spartan" panose="020B0604020202020204" charset="0"/>
                        </a:rPr>
                        <a:t>Definition</a:t>
                      </a:r>
                    </a:p>
                  </a:txBody>
                  <a:tcPr marL="78034" marR="78034" marT="39017" marB="390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119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704316"/>
                  </a:ext>
                </a:extLst>
              </a:tr>
              <a:tr h="3941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>
                          <a:latin typeface="Courier New" panose="02070309020205020404" pitchFamily="49" charset="0"/>
                        </a:rPr>
                        <a:t>new</a:t>
                      </a:r>
                      <a:endParaRPr lang="en-GB" sz="1500"/>
                    </a:p>
                  </a:txBody>
                  <a:tcPr marL="78034" marR="78034" marT="39017" marB="390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 dirty="0">
                          <a:latin typeface="League Spartan" panose="020B0604020202020204" charset="0"/>
                        </a:rPr>
                        <a:t>Creates an empty </a:t>
                      </a:r>
                      <a:r>
                        <a:rPr lang="en-GB" sz="1500" dirty="0" err="1">
                          <a:latin typeface="League Spartan" panose="020B0604020202020204" charset="0"/>
                        </a:rPr>
                        <a:t>VecDeque</a:t>
                      </a:r>
                      <a:r>
                        <a:rPr lang="en-GB" sz="1500" dirty="0">
                          <a:latin typeface="League Spartan" panose="020B0604020202020204" charset="0"/>
                        </a:rPr>
                        <a:t>.</a:t>
                      </a:r>
                    </a:p>
                  </a:txBody>
                  <a:tcPr marL="78034" marR="78034" marT="39017" marB="390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2642308"/>
                  </a:ext>
                </a:extLst>
              </a:tr>
              <a:tr h="6897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>
                          <a:latin typeface="Courier New" panose="02070309020205020404" pitchFamily="49" charset="0"/>
                        </a:rPr>
                        <a:t>push_front</a:t>
                      </a:r>
                      <a:endParaRPr lang="en-GB" sz="1500"/>
                    </a:p>
                  </a:txBody>
                  <a:tcPr marL="78034" marR="78034" marT="39017" marB="390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dirty="0">
                          <a:latin typeface="League Spartan" panose="020B0604020202020204" charset="0"/>
                        </a:rPr>
                        <a:t>Adds an element to the front of the queue.</a:t>
                      </a:r>
                    </a:p>
                  </a:txBody>
                  <a:tcPr marL="78034" marR="78034" marT="39017" marB="390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3414949"/>
                  </a:ext>
                </a:extLst>
              </a:tr>
              <a:tr h="6897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>
                          <a:latin typeface="Courier New" panose="02070309020205020404" pitchFamily="49" charset="0"/>
                        </a:rPr>
                        <a:t>push_back</a:t>
                      </a:r>
                      <a:endParaRPr lang="en-GB" sz="1500"/>
                    </a:p>
                  </a:txBody>
                  <a:tcPr marL="78034" marR="78034" marT="39017" marB="390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>
                          <a:latin typeface="League Spartan" panose="020B0604020202020204" charset="0"/>
                        </a:rPr>
                        <a:t>Adds an element to the back of the queue.</a:t>
                      </a:r>
                    </a:p>
                  </a:txBody>
                  <a:tcPr marL="78034" marR="78034" marT="39017" marB="390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7102063"/>
                  </a:ext>
                </a:extLst>
              </a:tr>
              <a:tr h="6897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>
                          <a:latin typeface="Courier New" panose="02070309020205020404" pitchFamily="49" charset="0"/>
                        </a:rPr>
                        <a:t>pop_front</a:t>
                      </a:r>
                      <a:endParaRPr lang="en-GB" sz="1500"/>
                    </a:p>
                  </a:txBody>
                  <a:tcPr marL="78034" marR="78034" marT="39017" marB="390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dirty="0">
                          <a:latin typeface="League Spartan" panose="020B0604020202020204" charset="0"/>
                        </a:rPr>
                        <a:t>Removes and returns the element from the front of the queue.</a:t>
                      </a:r>
                    </a:p>
                  </a:txBody>
                  <a:tcPr marL="78034" marR="78034" marT="39017" marB="390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105358"/>
                  </a:ext>
                </a:extLst>
              </a:tr>
              <a:tr h="6897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>
                          <a:latin typeface="Courier New" panose="02070309020205020404" pitchFamily="49" charset="0"/>
                        </a:rPr>
                        <a:t>pop_back</a:t>
                      </a:r>
                      <a:endParaRPr lang="en-GB" sz="1500"/>
                    </a:p>
                  </a:txBody>
                  <a:tcPr marL="78034" marR="78034" marT="39017" marB="390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dirty="0">
                          <a:latin typeface="League Spartan" panose="020B0604020202020204" charset="0"/>
                        </a:rPr>
                        <a:t>Removes and returns the element from the back of the queue.</a:t>
                      </a:r>
                    </a:p>
                  </a:txBody>
                  <a:tcPr marL="78034" marR="78034" marT="39017" marB="390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1884956"/>
                  </a:ext>
                </a:extLst>
              </a:tr>
              <a:tr h="3941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>
                          <a:latin typeface="Courier New" panose="02070309020205020404" pitchFamily="49" charset="0"/>
                        </a:rPr>
                        <a:t>len</a:t>
                      </a:r>
                      <a:endParaRPr lang="en-GB" sz="1500"/>
                    </a:p>
                  </a:txBody>
                  <a:tcPr marL="78034" marR="78034" marT="39017" marB="390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dirty="0">
                          <a:latin typeface="League Spartan" panose="020B0604020202020204" charset="0"/>
                        </a:rPr>
                        <a:t>Returns the length of the queue.</a:t>
                      </a:r>
                    </a:p>
                  </a:txBody>
                  <a:tcPr marL="78034" marR="78034" marT="39017" marB="390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1599802"/>
                  </a:ext>
                </a:extLst>
              </a:tr>
              <a:tr h="3941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>
                          <a:latin typeface="Courier New" panose="02070309020205020404" pitchFamily="49" charset="0"/>
                        </a:rPr>
                        <a:t>is_empty</a:t>
                      </a:r>
                      <a:endParaRPr lang="en-GB" sz="1500"/>
                    </a:p>
                  </a:txBody>
                  <a:tcPr marL="78034" marR="78034" marT="39017" marB="390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dirty="0">
                          <a:latin typeface="League Spartan" panose="020B0604020202020204" charset="0"/>
                        </a:rPr>
                        <a:t>Checks if the queue is empty.</a:t>
                      </a:r>
                    </a:p>
                  </a:txBody>
                  <a:tcPr marL="78034" marR="78034" marT="39017" marB="390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8630858"/>
                  </a:ext>
                </a:extLst>
              </a:tr>
              <a:tr h="6897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>
                          <a:latin typeface="Courier New" panose="02070309020205020404" pitchFamily="49" charset="0"/>
                        </a:rPr>
                        <a:t>get</a:t>
                      </a:r>
                      <a:endParaRPr lang="en-GB" sz="1500"/>
                    </a:p>
                  </a:txBody>
                  <a:tcPr marL="78034" marR="78034" marT="39017" marB="390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dirty="0">
                          <a:latin typeface="League Spartan" panose="020B0604020202020204" charset="0"/>
                        </a:rPr>
                        <a:t>Returns a reference to the element at a given index.</a:t>
                      </a:r>
                    </a:p>
                  </a:txBody>
                  <a:tcPr marL="78034" marR="78034" marT="39017" marB="390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1820126"/>
                  </a:ext>
                </a:extLst>
              </a:tr>
              <a:tr h="6897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>
                          <a:latin typeface="Courier New" panose="02070309020205020404" pitchFamily="49" charset="0"/>
                        </a:rPr>
                        <a:t>as_slices</a:t>
                      </a:r>
                      <a:endParaRPr lang="en-GB" sz="1500"/>
                    </a:p>
                  </a:txBody>
                  <a:tcPr marL="78034" marR="78034" marT="39017" marB="390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dirty="0">
                          <a:latin typeface="League Spartan" panose="020B0604020202020204" charset="0"/>
                        </a:rPr>
                        <a:t>Returns two slices that contain the elements of the queue.</a:t>
                      </a:r>
                    </a:p>
                  </a:txBody>
                  <a:tcPr marL="78034" marR="78034" marT="39017" marB="390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54299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3727426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7BC8FD-E257-DA68-50DA-DD9B6E024C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D6A7241D-791D-7C50-0989-695D5FBA32D9}"/>
              </a:ext>
            </a:extLst>
          </p:cNvPr>
          <p:cNvSpPr/>
          <p:nvPr/>
        </p:nvSpPr>
        <p:spPr>
          <a:xfrm>
            <a:off x="16764000" y="8912700"/>
            <a:ext cx="1110967" cy="1110967"/>
          </a:xfrm>
          <a:custGeom>
            <a:avLst/>
            <a:gdLst/>
            <a:ahLst/>
            <a:cxnLst/>
            <a:rect l="l" t="t" r="r" b="b"/>
            <a:pathLst>
              <a:path w="765367" h="765367">
                <a:moveTo>
                  <a:pt x="0" y="0"/>
                </a:moveTo>
                <a:lnTo>
                  <a:pt x="765367" y="0"/>
                </a:lnTo>
                <a:lnTo>
                  <a:pt x="765367" y="765367"/>
                </a:lnTo>
                <a:lnTo>
                  <a:pt x="0" y="7653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3C5FB8BB-2AB9-7A77-8CE4-63E9F5683EA5}"/>
              </a:ext>
            </a:extLst>
          </p:cNvPr>
          <p:cNvSpPr/>
          <p:nvPr/>
        </p:nvSpPr>
        <p:spPr>
          <a:xfrm>
            <a:off x="473074" y="1948892"/>
            <a:ext cx="7677766" cy="0"/>
          </a:xfrm>
          <a:prstGeom prst="line">
            <a:avLst/>
          </a:prstGeom>
          <a:ln w="95250" cap="rnd">
            <a:solidFill>
              <a:srgbClr val="9119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 dirty="0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CE09E744-4AD2-CCCF-4EFC-0227EA7C4F01}"/>
              </a:ext>
            </a:extLst>
          </p:cNvPr>
          <p:cNvSpPr txBox="1"/>
          <p:nvPr/>
        </p:nvSpPr>
        <p:spPr>
          <a:xfrm>
            <a:off x="473074" y="570491"/>
            <a:ext cx="13395326" cy="10382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400"/>
              </a:lnSpc>
            </a:pPr>
            <a:r>
              <a:rPr lang="en-US" sz="6000" dirty="0" err="1">
                <a:solidFill>
                  <a:srgbClr val="000000"/>
                </a:solidFill>
                <a:latin typeface="League Spartan"/>
              </a:rPr>
              <a:t>BinaryHeap</a:t>
            </a:r>
            <a:endParaRPr lang="en-US" sz="6000" dirty="0">
              <a:solidFill>
                <a:srgbClr val="000000"/>
              </a:solidFill>
              <a:latin typeface="League Spartan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E4541D0-245E-D37E-E584-D0E93508F4D0}"/>
              </a:ext>
            </a:extLst>
          </p:cNvPr>
          <p:cNvSpPr txBox="1"/>
          <p:nvPr/>
        </p:nvSpPr>
        <p:spPr>
          <a:xfrm>
            <a:off x="473074" y="2628900"/>
            <a:ext cx="17401893" cy="6788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409"/>
              </a:lnSpc>
            </a:pPr>
            <a:r>
              <a:rPr lang="en-US" dirty="0">
                <a:solidFill>
                  <a:srgbClr val="000000"/>
                </a:solidFill>
                <a:latin typeface="League Spartan"/>
              </a:rPr>
              <a:t>A priority queue implemented as a binary heap.</a:t>
            </a:r>
          </a:p>
          <a:p>
            <a:pPr>
              <a:lnSpc>
                <a:spcPts val="4409"/>
              </a:lnSpc>
            </a:pPr>
            <a:r>
              <a:rPr lang="en-US" dirty="0">
                <a:solidFill>
                  <a:srgbClr val="000000"/>
                </a:solidFill>
                <a:latin typeface="League Spartan"/>
              </a:rPr>
              <a:t>Elements are ordered such that the maximum value is always at the front.</a:t>
            </a:r>
          </a:p>
          <a:p>
            <a:pPr>
              <a:lnSpc>
                <a:spcPts val="4409"/>
              </a:lnSpc>
            </a:pPr>
            <a:endParaRPr lang="en-US" sz="1800" b="1" u="sng" dirty="0">
              <a:solidFill>
                <a:srgbClr val="000000"/>
              </a:solidFill>
              <a:latin typeface="League Spartan"/>
            </a:endParaRPr>
          </a:p>
          <a:p>
            <a:pPr>
              <a:lnSpc>
                <a:spcPts val="4409"/>
              </a:lnSpc>
            </a:pPr>
            <a:r>
              <a:rPr lang="en-US" sz="1800" b="1" u="sng" dirty="0">
                <a:solidFill>
                  <a:srgbClr val="91194B"/>
                </a:solidFill>
                <a:latin typeface="League Spartan"/>
              </a:rPr>
              <a:t>When to Use It</a:t>
            </a:r>
          </a:p>
          <a:p>
            <a:pPr marL="285750" indent="-285750">
              <a:lnSpc>
                <a:spcPts val="4409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  <a:latin typeface="League Spartan"/>
              </a:rPr>
              <a:t>Use when you need to frequently access the maximum (or minimum) element.</a:t>
            </a:r>
          </a:p>
          <a:p>
            <a:pPr marL="285750" indent="-285750">
              <a:lnSpc>
                <a:spcPts val="4409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  <a:latin typeface="League Spartan"/>
              </a:rPr>
              <a:t>Time Complexity:</a:t>
            </a:r>
          </a:p>
          <a:p>
            <a:pPr marL="742950" lvl="1" indent="-285750">
              <a:lnSpc>
                <a:spcPts val="4409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League Spartan"/>
              </a:rPr>
              <a:t>Insertion: O(log n)</a:t>
            </a:r>
          </a:p>
          <a:p>
            <a:pPr marL="742950" lvl="1" indent="-285750">
              <a:lnSpc>
                <a:spcPts val="4409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League Spartan"/>
              </a:rPr>
              <a:t>Access max: O(1)</a:t>
            </a:r>
          </a:p>
          <a:p>
            <a:pPr marL="742950" lvl="1" indent="-285750">
              <a:lnSpc>
                <a:spcPts val="4409"/>
              </a:lnSpc>
              <a:buFont typeface="Arial" panose="020B0604020202020204" pitchFamily="34" charset="0"/>
              <a:buChar char="•"/>
            </a:pPr>
            <a:r>
              <a:rPr lang="pt-BR" dirty="0">
                <a:solidFill>
                  <a:srgbClr val="000000"/>
                </a:solidFill>
                <a:latin typeface="League Spartan"/>
              </a:rPr>
              <a:t>Remove max: O(log n)</a:t>
            </a:r>
          </a:p>
          <a:p>
            <a:pPr>
              <a:lnSpc>
                <a:spcPts val="4409"/>
              </a:lnSpc>
            </a:pPr>
            <a:r>
              <a:rPr lang="en-US" b="1" dirty="0">
                <a:solidFill>
                  <a:srgbClr val="91194B"/>
                </a:solidFill>
                <a:latin typeface="League Spartan"/>
              </a:rPr>
              <a:t>Use Case</a:t>
            </a:r>
          </a:p>
          <a:p>
            <a:pPr marL="285750" indent="-285750">
              <a:lnSpc>
                <a:spcPts val="4409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  <a:latin typeface="League Spartan"/>
              </a:rPr>
              <a:t>Scheduling tasks by priority.</a:t>
            </a:r>
          </a:p>
          <a:p>
            <a:pPr marL="285750" indent="-285750">
              <a:lnSpc>
                <a:spcPts val="4409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  <a:latin typeface="League Spartan"/>
              </a:rPr>
              <a:t>Dijkstra's algorithm for finding the shortest path.</a:t>
            </a:r>
            <a:endParaRPr lang="en-GB" sz="1800" dirty="0">
              <a:solidFill>
                <a:srgbClr val="000000"/>
              </a:solidFill>
              <a:latin typeface="League Spartan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10F0B8B-93D4-1435-0A4C-0C1EEEF4F3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0033827"/>
              </p:ext>
            </p:extLst>
          </p:nvPr>
        </p:nvGraphicFramePr>
        <p:xfrm>
          <a:off x="9296400" y="2933699"/>
          <a:ext cx="8229600" cy="5372820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3578345208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60226451"/>
                    </a:ext>
                  </a:extLst>
                </a:gridCol>
              </a:tblGrid>
              <a:tr h="48843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b="1" dirty="0">
                          <a:solidFill>
                            <a:schemeClr val="bg1"/>
                          </a:solidFill>
                          <a:latin typeface="League Spartan" panose="020B0604020202020204" charset="0"/>
                        </a:rPr>
                        <a:t>Method 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119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b="1" dirty="0">
                          <a:solidFill>
                            <a:schemeClr val="bg1"/>
                          </a:solidFill>
                          <a:latin typeface="League Spartan" panose="020B0604020202020204" charset="0"/>
                        </a:rPr>
                        <a:t>Definition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119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0308309"/>
                  </a:ext>
                </a:extLst>
              </a:tr>
              <a:tr h="4884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>
                          <a:latin typeface="Courier New" panose="02070309020205020404" pitchFamily="49" charset="0"/>
                        </a:rPr>
                        <a:t>new</a:t>
                      </a:r>
                      <a:endParaRPr lang="en-GB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>
                          <a:latin typeface="League Spartan" panose="020B0604020202020204" charset="0"/>
                        </a:rPr>
                        <a:t>Creates an empty </a:t>
                      </a:r>
                      <a:r>
                        <a:rPr lang="en-GB" dirty="0" err="1">
                          <a:latin typeface="League Spartan" panose="020B0604020202020204" charset="0"/>
                        </a:rPr>
                        <a:t>BinaryHeap</a:t>
                      </a:r>
                      <a:r>
                        <a:rPr lang="en-GB" dirty="0">
                          <a:latin typeface="League Spartan" panose="020B0604020202020204" charset="0"/>
                        </a:rPr>
                        <a:t>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7044993"/>
                  </a:ext>
                </a:extLst>
              </a:tr>
              <a:tr h="4884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>
                          <a:latin typeface="Courier New" panose="02070309020205020404" pitchFamily="49" charset="0"/>
                        </a:rPr>
                        <a:t>push</a:t>
                      </a:r>
                      <a:endParaRPr lang="en-GB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League Spartan" panose="020B0604020202020204" charset="0"/>
                        </a:rPr>
                        <a:t>Adds an element to the heap.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0871639"/>
                  </a:ext>
                </a:extLst>
              </a:tr>
              <a:tr h="8547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latin typeface="Courier New" panose="02070309020205020404" pitchFamily="49" charset="0"/>
                        </a:rPr>
                        <a:t>pop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League Spartan" panose="020B0604020202020204" charset="0"/>
                        </a:rPr>
                        <a:t>Removes and returns the maximum element from the heap.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9171696"/>
                  </a:ext>
                </a:extLst>
              </a:tr>
              <a:tr h="8547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latin typeface="Courier New" panose="02070309020205020404" pitchFamily="49" charset="0"/>
                        </a:rPr>
                        <a:t>peek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League Spartan" panose="020B0604020202020204" charset="0"/>
                        </a:rPr>
                        <a:t>Returns a reference to the maximum element without removing it.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632946"/>
                  </a:ext>
                </a:extLst>
              </a:tr>
              <a:tr h="8547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latin typeface="Courier New" panose="02070309020205020404" pitchFamily="49" charset="0"/>
                        </a:rPr>
                        <a:t>len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League Spartan" panose="020B0604020202020204" charset="0"/>
                        </a:rPr>
                        <a:t>Returns the number of elements in the heap.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0329561"/>
                  </a:ext>
                </a:extLst>
              </a:tr>
              <a:tr h="4884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latin typeface="Courier New" panose="02070309020205020404" pitchFamily="49" charset="0"/>
                        </a:rPr>
                        <a:t>is_empty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League Spartan" panose="020B0604020202020204" charset="0"/>
                        </a:rPr>
                        <a:t>Checks if the heap is empty.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2970609"/>
                  </a:ext>
                </a:extLst>
              </a:tr>
              <a:tr h="8547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 err="1">
                          <a:latin typeface="Courier New" panose="02070309020205020404" pitchFamily="49" charset="0"/>
                        </a:rPr>
                        <a:t>into_sorted_vec</a:t>
                      </a:r>
                      <a:endParaRPr lang="en-GB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League Spartan" panose="020B0604020202020204" charset="0"/>
                        </a:rPr>
                        <a:t>Consumes the heap and returns a sorted vector.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8320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1605822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5E61A07-3DD8-35CC-7C4E-2501E39B3C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9C19371-DF9F-6171-1C42-F382704ED267}"/>
              </a:ext>
            </a:extLst>
          </p:cNvPr>
          <p:cNvSpPr/>
          <p:nvPr/>
        </p:nvSpPr>
        <p:spPr>
          <a:xfrm>
            <a:off x="16764000" y="8912700"/>
            <a:ext cx="1110967" cy="1110967"/>
          </a:xfrm>
          <a:custGeom>
            <a:avLst/>
            <a:gdLst/>
            <a:ahLst/>
            <a:cxnLst/>
            <a:rect l="l" t="t" r="r" b="b"/>
            <a:pathLst>
              <a:path w="765367" h="765367">
                <a:moveTo>
                  <a:pt x="0" y="0"/>
                </a:moveTo>
                <a:lnTo>
                  <a:pt x="765367" y="0"/>
                </a:lnTo>
                <a:lnTo>
                  <a:pt x="765367" y="765367"/>
                </a:lnTo>
                <a:lnTo>
                  <a:pt x="0" y="7653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BB3B3F52-A137-C269-24DF-BD70AF538710}"/>
              </a:ext>
            </a:extLst>
          </p:cNvPr>
          <p:cNvSpPr/>
          <p:nvPr/>
        </p:nvSpPr>
        <p:spPr>
          <a:xfrm>
            <a:off x="473074" y="1948892"/>
            <a:ext cx="7677766" cy="0"/>
          </a:xfrm>
          <a:prstGeom prst="line">
            <a:avLst/>
          </a:prstGeom>
          <a:ln w="95250" cap="rnd">
            <a:solidFill>
              <a:srgbClr val="9119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 dirty="0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556739E5-AD6F-3007-59A8-02D3707C9335}"/>
              </a:ext>
            </a:extLst>
          </p:cNvPr>
          <p:cNvSpPr txBox="1"/>
          <p:nvPr/>
        </p:nvSpPr>
        <p:spPr>
          <a:xfrm>
            <a:off x="473074" y="570491"/>
            <a:ext cx="13395326" cy="10382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400"/>
              </a:lnSpc>
            </a:pPr>
            <a:r>
              <a:rPr lang="en-US" sz="6000" dirty="0">
                <a:solidFill>
                  <a:srgbClr val="000000"/>
                </a:solidFill>
                <a:latin typeface="League Spartan"/>
              </a:rPr>
              <a:t>HashMap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D515238-1C60-9560-2776-DCBC3F74A33A}"/>
              </a:ext>
            </a:extLst>
          </p:cNvPr>
          <p:cNvSpPr txBox="1"/>
          <p:nvPr/>
        </p:nvSpPr>
        <p:spPr>
          <a:xfrm>
            <a:off x="473074" y="2628900"/>
            <a:ext cx="17401893" cy="6788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409"/>
              </a:lnSpc>
            </a:pPr>
            <a:r>
              <a:rPr lang="en-US" dirty="0">
                <a:solidFill>
                  <a:srgbClr val="000000"/>
                </a:solidFill>
                <a:latin typeface="League Spartan"/>
              </a:rPr>
              <a:t>A hash table implementation that stores key-value pairs. </a:t>
            </a:r>
          </a:p>
          <a:p>
            <a:pPr>
              <a:lnSpc>
                <a:spcPts val="4409"/>
              </a:lnSpc>
            </a:pPr>
            <a:r>
              <a:rPr lang="en-US" dirty="0">
                <a:solidFill>
                  <a:srgbClr val="000000"/>
                </a:solidFill>
                <a:latin typeface="League Spartan"/>
              </a:rPr>
              <a:t>It uses a hash function to compute an index into an array of buckets.</a:t>
            </a:r>
          </a:p>
          <a:p>
            <a:pPr>
              <a:lnSpc>
                <a:spcPts val="4409"/>
              </a:lnSpc>
            </a:pPr>
            <a:endParaRPr lang="en-US" b="1" u="sng" dirty="0">
              <a:solidFill>
                <a:srgbClr val="000000"/>
              </a:solidFill>
              <a:latin typeface="League Spartan"/>
            </a:endParaRPr>
          </a:p>
          <a:p>
            <a:pPr>
              <a:lnSpc>
                <a:spcPts val="4409"/>
              </a:lnSpc>
            </a:pPr>
            <a:r>
              <a:rPr lang="en-US" b="1" u="sng" dirty="0">
                <a:solidFill>
                  <a:srgbClr val="91194B"/>
                </a:solidFill>
                <a:latin typeface="League Spartan"/>
              </a:rPr>
              <a:t>When to Use It</a:t>
            </a:r>
          </a:p>
          <a:p>
            <a:pPr marL="285750" indent="-285750">
              <a:lnSpc>
                <a:spcPts val="4409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League Spartan"/>
              </a:rPr>
              <a:t>Use when you need fast key-value lookups, insertions, and deletions.</a:t>
            </a:r>
          </a:p>
          <a:p>
            <a:pPr marL="285750" indent="-285750">
              <a:lnSpc>
                <a:spcPts val="4409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League Spartan"/>
              </a:rPr>
              <a:t>Time Complexity:</a:t>
            </a:r>
          </a:p>
          <a:p>
            <a:pPr marL="742950" lvl="1" indent="-285750">
              <a:lnSpc>
                <a:spcPts val="4409"/>
              </a:lnSpc>
              <a:buFont typeface="Arial" panose="020B0604020202020204" pitchFamily="34" charset="0"/>
              <a:buChar char="•"/>
            </a:pPr>
            <a:r>
              <a:rPr lang="pt-BR" dirty="0">
                <a:solidFill>
                  <a:srgbClr val="000000"/>
                </a:solidFill>
                <a:latin typeface="League Spartan"/>
              </a:rPr>
              <a:t>Insertion: O(1)</a:t>
            </a:r>
          </a:p>
          <a:p>
            <a:pPr marL="742950" lvl="1" indent="-285750">
              <a:lnSpc>
                <a:spcPts val="4409"/>
              </a:lnSpc>
              <a:buFont typeface="Arial" panose="020B0604020202020204" pitchFamily="34" charset="0"/>
              <a:buChar char="•"/>
            </a:pPr>
            <a:r>
              <a:rPr lang="pt-BR" dirty="0">
                <a:solidFill>
                  <a:srgbClr val="000000"/>
                </a:solidFill>
                <a:latin typeface="League Spartan"/>
              </a:rPr>
              <a:t>Lookup: O(1)</a:t>
            </a:r>
          </a:p>
          <a:p>
            <a:pPr marL="742950" lvl="1" indent="-285750">
              <a:lnSpc>
                <a:spcPts val="4409"/>
              </a:lnSpc>
              <a:buFont typeface="Arial" panose="020B0604020202020204" pitchFamily="34" charset="0"/>
              <a:buChar char="•"/>
            </a:pPr>
            <a:r>
              <a:rPr lang="pt-BR" dirty="0">
                <a:solidFill>
                  <a:srgbClr val="000000"/>
                </a:solidFill>
                <a:latin typeface="League Spartan"/>
              </a:rPr>
              <a:t>Deletion: O(1)</a:t>
            </a:r>
          </a:p>
          <a:p>
            <a:pPr>
              <a:lnSpc>
                <a:spcPts val="4409"/>
              </a:lnSpc>
            </a:pPr>
            <a:r>
              <a:rPr lang="en-US" b="1" dirty="0">
                <a:solidFill>
                  <a:srgbClr val="91194B"/>
                </a:solidFill>
                <a:latin typeface="League Spartan"/>
              </a:rPr>
              <a:t>Use Case</a:t>
            </a:r>
          </a:p>
          <a:p>
            <a:pPr marL="285750" indent="-285750">
              <a:lnSpc>
                <a:spcPts val="4409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League Spartan"/>
              </a:rPr>
              <a:t>Caching data for quick access.</a:t>
            </a:r>
          </a:p>
          <a:p>
            <a:pPr marL="285750" indent="-285750">
              <a:lnSpc>
                <a:spcPts val="4409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League Spartan"/>
              </a:rPr>
              <a:t>Counting occurrences of elements (e.g., word frequency).</a:t>
            </a:r>
            <a:endParaRPr lang="en-GB" dirty="0">
              <a:solidFill>
                <a:srgbClr val="000000"/>
              </a:solidFill>
              <a:latin typeface="League Spartan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5251D57-3801-9E01-31F9-756B17B593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69832"/>
              </p:ext>
            </p:extLst>
          </p:nvPr>
        </p:nvGraphicFramePr>
        <p:xfrm>
          <a:off x="9089883" y="3009899"/>
          <a:ext cx="8229600" cy="5296626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544590151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1303868807"/>
                    </a:ext>
                  </a:extLst>
                </a:gridCol>
              </a:tblGrid>
              <a:tr h="47081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b="1" dirty="0">
                          <a:solidFill>
                            <a:schemeClr val="bg1"/>
                          </a:solidFill>
                          <a:latin typeface="League Spartan" panose="020B0604020202020204" charset="0"/>
                        </a:rPr>
                        <a:t>Method 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119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b="1" dirty="0">
                          <a:solidFill>
                            <a:schemeClr val="bg1"/>
                          </a:solidFill>
                          <a:latin typeface="League Spartan" panose="020B0604020202020204" charset="0"/>
                        </a:rPr>
                        <a:t>Definition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119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3539444"/>
                  </a:ext>
                </a:extLst>
              </a:tr>
              <a:tr h="4708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latin typeface="Courier New" panose="02070309020205020404" pitchFamily="49" charset="0"/>
                        </a:rPr>
                        <a:t>new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dirty="0">
                          <a:latin typeface="League Spartan" panose="020B0604020202020204" charset="0"/>
                        </a:rPr>
                        <a:t>Creates an empty HashMap.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9840557"/>
                  </a:ext>
                </a:extLst>
              </a:tr>
              <a:tr h="4708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latin typeface="Courier New" panose="02070309020205020404" pitchFamily="49" charset="0"/>
                        </a:rPr>
                        <a:t>insert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League Spartan" panose="020B0604020202020204" charset="0"/>
                        </a:rPr>
                        <a:t>Inserts a key-value pair into the map.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9069049"/>
                  </a:ext>
                </a:extLst>
              </a:tr>
              <a:tr h="8239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latin typeface="Courier New" panose="02070309020205020404" pitchFamily="49" charset="0"/>
                        </a:rPr>
                        <a:t>get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League Spartan" panose="020B0604020202020204" charset="0"/>
                        </a:rPr>
                        <a:t>Returns a reference to the value corresponding to the key.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0433897"/>
                  </a:ext>
                </a:extLst>
              </a:tr>
              <a:tr h="4708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latin typeface="Courier New" panose="02070309020205020404" pitchFamily="49" charset="0"/>
                        </a:rPr>
                        <a:t>remove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League Spartan" panose="020B0604020202020204" charset="0"/>
                        </a:rPr>
                        <a:t>Removes a key-value pair from the map.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8817641"/>
                  </a:ext>
                </a:extLst>
              </a:tr>
              <a:tr h="4708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latin typeface="Courier New" panose="02070309020205020404" pitchFamily="49" charset="0"/>
                        </a:rPr>
                        <a:t>contains_key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League Spartan" panose="020B0604020202020204" charset="0"/>
                        </a:rPr>
                        <a:t>Checks if the map contains a given key.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6940482"/>
                  </a:ext>
                </a:extLst>
              </a:tr>
              <a:tr h="8239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latin typeface="Courier New" panose="02070309020205020404" pitchFamily="49" charset="0"/>
                        </a:rPr>
                        <a:t>len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League Spartan" panose="020B0604020202020204" charset="0"/>
                        </a:rPr>
                        <a:t>Returns the number of elements in the map.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1566835"/>
                  </a:ext>
                </a:extLst>
              </a:tr>
              <a:tr h="4708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latin typeface="Courier New" panose="02070309020205020404" pitchFamily="49" charset="0"/>
                        </a:rPr>
                        <a:t>is_empty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League Spartan" panose="020B0604020202020204" charset="0"/>
                        </a:rPr>
                        <a:t>Checks if the map is empty.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9532315"/>
                  </a:ext>
                </a:extLst>
              </a:tr>
              <a:tr h="8239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latin typeface="Courier New" panose="02070309020205020404" pitchFamily="49" charset="0"/>
                        </a:rPr>
                        <a:t>iter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League Spartan" panose="020B0604020202020204" charset="0"/>
                        </a:rPr>
                        <a:t>Returns an iterator over the key-value pairs.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67965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1409963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ABA611-B1EF-7098-72BD-28376DE048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60EC1F4F-1D19-5F65-EB28-A02E530B14FB}"/>
              </a:ext>
            </a:extLst>
          </p:cNvPr>
          <p:cNvSpPr/>
          <p:nvPr/>
        </p:nvSpPr>
        <p:spPr>
          <a:xfrm>
            <a:off x="16764000" y="8912700"/>
            <a:ext cx="1110967" cy="1110967"/>
          </a:xfrm>
          <a:custGeom>
            <a:avLst/>
            <a:gdLst/>
            <a:ahLst/>
            <a:cxnLst/>
            <a:rect l="l" t="t" r="r" b="b"/>
            <a:pathLst>
              <a:path w="765367" h="765367">
                <a:moveTo>
                  <a:pt x="0" y="0"/>
                </a:moveTo>
                <a:lnTo>
                  <a:pt x="765367" y="0"/>
                </a:lnTo>
                <a:lnTo>
                  <a:pt x="765367" y="765367"/>
                </a:lnTo>
                <a:lnTo>
                  <a:pt x="0" y="7653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CEC3D346-21F6-543C-F002-086F2AE2DCEC}"/>
              </a:ext>
            </a:extLst>
          </p:cNvPr>
          <p:cNvSpPr/>
          <p:nvPr/>
        </p:nvSpPr>
        <p:spPr>
          <a:xfrm>
            <a:off x="473074" y="1948892"/>
            <a:ext cx="7677766" cy="0"/>
          </a:xfrm>
          <a:prstGeom prst="line">
            <a:avLst/>
          </a:prstGeom>
          <a:ln w="95250" cap="rnd">
            <a:solidFill>
              <a:srgbClr val="9119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 dirty="0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42DC3978-2C41-AC43-54A9-FC2951401C89}"/>
              </a:ext>
            </a:extLst>
          </p:cNvPr>
          <p:cNvSpPr txBox="1"/>
          <p:nvPr/>
        </p:nvSpPr>
        <p:spPr>
          <a:xfrm>
            <a:off x="473074" y="570491"/>
            <a:ext cx="13395326" cy="10382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400"/>
              </a:lnSpc>
            </a:pPr>
            <a:r>
              <a:rPr lang="en-US" sz="6000" dirty="0">
                <a:solidFill>
                  <a:srgbClr val="000000"/>
                </a:solidFill>
                <a:latin typeface="League Spartan"/>
              </a:rPr>
              <a:t>HashSet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6E8A548-7B19-EFD5-E376-EDEB62169347}"/>
              </a:ext>
            </a:extLst>
          </p:cNvPr>
          <p:cNvSpPr txBox="1"/>
          <p:nvPr/>
        </p:nvSpPr>
        <p:spPr>
          <a:xfrm>
            <a:off x="473074" y="2628900"/>
            <a:ext cx="17401893" cy="6788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409"/>
              </a:lnSpc>
            </a:pPr>
            <a:r>
              <a:rPr lang="en-US" dirty="0">
                <a:solidFill>
                  <a:srgbClr val="000000"/>
                </a:solidFill>
                <a:latin typeface="League Spartan"/>
              </a:rPr>
              <a:t>A hash set implementation that stores unique elements. </a:t>
            </a:r>
          </a:p>
          <a:p>
            <a:pPr>
              <a:lnSpc>
                <a:spcPts val="4409"/>
              </a:lnSpc>
            </a:pPr>
            <a:r>
              <a:rPr lang="en-US" dirty="0">
                <a:solidFill>
                  <a:srgbClr val="000000"/>
                </a:solidFill>
                <a:latin typeface="League Spartan"/>
              </a:rPr>
              <a:t>It uses a hash function to compute an index into an array of buckets.</a:t>
            </a:r>
          </a:p>
          <a:p>
            <a:pPr>
              <a:lnSpc>
                <a:spcPts val="4409"/>
              </a:lnSpc>
            </a:pPr>
            <a:endParaRPr lang="en-US" b="1" u="sng" dirty="0">
              <a:solidFill>
                <a:srgbClr val="000000"/>
              </a:solidFill>
              <a:latin typeface="League Spartan"/>
            </a:endParaRPr>
          </a:p>
          <a:p>
            <a:pPr>
              <a:lnSpc>
                <a:spcPts val="4409"/>
              </a:lnSpc>
            </a:pPr>
            <a:r>
              <a:rPr lang="en-US" b="1" u="sng" dirty="0">
                <a:solidFill>
                  <a:srgbClr val="91194B"/>
                </a:solidFill>
                <a:latin typeface="League Spartan"/>
              </a:rPr>
              <a:t>When to Use It</a:t>
            </a:r>
          </a:p>
          <a:p>
            <a:pPr marL="285750" indent="-285750">
              <a:lnSpc>
                <a:spcPts val="4409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League Spartan"/>
              </a:rPr>
              <a:t>Use when you need to store unique elements and check for membership efficiently.</a:t>
            </a:r>
          </a:p>
          <a:p>
            <a:pPr marL="285750" indent="-285750">
              <a:lnSpc>
                <a:spcPts val="4409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League Spartan"/>
              </a:rPr>
              <a:t>Time Complexity:</a:t>
            </a:r>
          </a:p>
          <a:p>
            <a:pPr marL="742950" lvl="1" indent="-285750">
              <a:lnSpc>
                <a:spcPts val="4409"/>
              </a:lnSpc>
              <a:buFont typeface="Arial" panose="020B0604020202020204" pitchFamily="34" charset="0"/>
              <a:buChar char="•"/>
            </a:pPr>
            <a:r>
              <a:rPr lang="pt-BR" dirty="0">
                <a:solidFill>
                  <a:srgbClr val="000000"/>
                </a:solidFill>
                <a:latin typeface="League Spartan"/>
              </a:rPr>
              <a:t>Insertion: O(1)</a:t>
            </a:r>
          </a:p>
          <a:p>
            <a:pPr marL="742950" lvl="1" indent="-285750">
              <a:lnSpc>
                <a:spcPts val="4409"/>
              </a:lnSpc>
              <a:buFont typeface="Arial" panose="020B0604020202020204" pitchFamily="34" charset="0"/>
              <a:buChar char="•"/>
            </a:pPr>
            <a:r>
              <a:rPr lang="pt-BR" dirty="0">
                <a:solidFill>
                  <a:srgbClr val="000000"/>
                </a:solidFill>
                <a:latin typeface="League Spartan"/>
              </a:rPr>
              <a:t>Lookup: O(1)</a:t>
            </a:r>
          </a:p>
          <a:p>
            <a:pPr marL="742950" lvl="1" indent="-285750">
              <a:lnSpc>
                <a:spcPts val="4409"/>
              </a:lnSpc>
              <a:buFont typeface="Arial" panose="020B0604020202020204" pitchFamily="34" charset="0"/>
              <a:buChar char="•"/>
            </a:pPr>
            <a:r>
              <a:rPr lang="pt-BR" dirty="0">
                <a:solidFill>
                  <a:srgbClr val="000000"/>
                </a:solidFill>
                <a:latin typeface="League Spartan"/>
              </a:rPr>
              <a:t>Deletion: O(1)</a:t>
            </a:r>
          </a:p>
          <a:p>
            <a:pPr>
              <a:lnSpc>
                <a:spcPts val="4409"/>
              </a:lnSpc>
            </a:pPr>
            <a:r>
              <a:rPr lang="en-US" b="1" dirty="0">
                <a:solidFill>
                  <a:srgbClr val="91194B"/>
                </a:solidFill>
                <a:latin typeface="League Spartan"/>
              </a:rPr>
              <a:t>Use Case</a:t>
            </a:r>
          </a:p>
          <a:p>
            <a:pPr marL="285750" indent="-285750">
              <a:lnSpc>
                <a:spcPts val="4409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League Spartan"/>
              </a:rPr>
              <a:t>Removing duplicates from a collection.</a:t>
            </a:r>
          </a:p>
          <a:p>
            <a:pPr marL="285750" indent="-285750">
              <a:lnSpc>
                <a:spcPts val="4409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League Spartan"/>
              </a:rPr>
              <a:t>Tracking a set of unique items (e.g., visited nodes in a graph).</a:t>
            </a:r>
            <a:endParaRPr lang="en-GB" dirty="0">
              <a:solidFill>
                <a:srgbClr val="000000"/>
              </a:solidFill>
              <a:latin typeface="League Spartan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473BD9D-9F9F-210C-849C-A49E0CA5C2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3758573"/>
              </p:ext>
            </p:extLst>
          </p:nvPr>
        </p:nvGraphicFramePr>
        <p:xfrm>
          <a:off x="9585326" y="3543300"/>
          <a:ext cx="8229600" cy="5181602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889105627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66357177"/>
                    </a:ext>
                  </a:extLst>
                </a:gridCol>
              </a:tblGrid>
              <a:tr h="54543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b="1" dirty="0">
                          <a:solidFill>
                            <a:schemeClr val="bg1"/>
                          </a:solidFill>
                          <a:latin typeface="League Spartan" panose="020B0604020202020204" charset="0"/>
                        </a:rPr>
                        <a:t>Method 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119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b="1" dirty="0">
                          <a:solidFill>
                            <a:schemeClr val="bg1"/>
                          </a:solidFill>
                          <a:latin typeface="League Spartan" panose="020B0604020202020204" charset="0"/>
                        </a:rPr>
                        <a:t>Definition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119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0216590"/>
                  </a:ext>
                </a:extLst>
              </a:tr>
              <a:tr h="5454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latin typeface="Courier New" panose="02070309020205020404" pitchFamily="49" charset="0"/>
                        </a:rPr>
                        <a:t>new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>
                          <a:latin typeface="League Spartan" panose="020B0604020202020204" charset="0"/>
                        </a:rPr>
                        <a:t>Creates an empty HashSet.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0011261"/>
                  </a:ext>
                </a:extLst>
              </a:tr>
              <a:tr h="5454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latin typeface="Courier New" panose="02070309020205020404" pitchFamily="49" charset="0"/>
                        </a:rPr>
                        <a:t>insert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League Spartan" panose="020B0604020202020204" charset="0"/>
                        </a:rPr>
                        <a:t>Adds an element to the set.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1166835"/>
                  </a:ext>
                </a:extLst>
              </a:tr>
              <a:tr h="9545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latin typeface="Courier New" panose="02070309020205020404" pitchFamily="49" charset="0"/>
                        </a:rPr>
                        <a:t>contains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League Spartan" panose="020B0604020202020204" charset="0"/>
                        </a:rPr>
                        <a:t>Checks if the set contains a given element.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3603048"/>
                  </a:ext>
                </a:extLst>
              </a:tr>
              <a:tr h="5454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latin typeface="Courier New" panose="02070309020205020404" pitchFamily="49" charset="0"/>
                        </a:rPr>
                        <a:t>remove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League Spartan" panose="020B0604020202020204" charset="0"/>
                        </a:rPr>
                        <a:t>Removes an element from the set.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3160422"/>
                  </a:ext>
                </a:extLst>
              </a:tr>
              <a:tr h="9545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latin typeface="Courier New" panose="02070309020205020404" pitchFamily="49" charset="0"/>
                        </a:rPr>
                        <a:t>len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League Spartan" panose="020B0604020202020204" charset="0"/>
                        </a:rPr>
                        <a:t>Returns the number of elements in the set.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9287909"/>
                  </a:ext>
                </a:extLst>
              </a:tr>
              <a:tr h="5454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latin typeface="Courier New" panose="02070309020205020404" pitchFamily="49" charset="0"/>
                        </a:rPr>
                        <a:t>is_empty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League Spartan" panose="020B0604020202020204" charset="0"/>
                        </a:rPr>
                        <a:t>Checks if the set is empty.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5463772"/>
                  </a:ext>
                </a:extLst>
              </a:tr>
              <a:tr h="5454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latin typeface="Courier New" panose="02070309020205020404" pitchFamily="49" charset="0"/>
                        </a:rPr>
                        <a:t>iter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League Spartan" panose="020B0604020202020204" charset="0"/>
                        </a:rPr>
                        <a:t>Returns an iterator over the elements.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90090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7812872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EFB343-11BB-55E0-636E-FFA3C09242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39433C8-CADF-88C0-9EFD-725D0698CEEE}"/>
              </a:ext>
            </a:extLst>
          </p:cNvPr>
          <p:cNvSpPr/>
          <p:nvPr/>
        </p:nvSpPr>
        <p:spPr>
          <a:xfrm>
            <a:off x="16764000" y="8912700"/>
            <a:ext cx="1110967" cy="1110967"/>
          </a:xfrm>
          <a:custGeom>
            <a:avLst/>
            <a:gdLst/>
            <a:ahLst/>
            <a:cxnLst/>
            <a:rect l="l" t="t" r="r" b="b"/>
            <a:pathLst>
              <a:path w="765367" h="765367">
                <a:moveTo>
                  <a:pt x="0" y="0"/>
                </a:moveTo>
                <a:lnTo>
                  <a:pt x="765367" y="0"/>
                </a:lnTo>
                <a:lnTo>
                  <a:pt x="765367" y="765367"/>
                </a:lnTo>
                <a:lnTo>
                  <a:pt x="0" y="7653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11FCE631-70F0-5727-F348-55F31F0B28D4}"/>
              </a:ext>
            </a:extLst>
          </p:cNvPr>
          <p:cNvSpPr/>
          <p:nvPr/>
        </p:nvSpPr>
        <p:spPr>
          <a:xfrm>
            <a:off x="473074" y="1948892"/>
            <a:ext cx="7677766" cy="0"/>
          </a:xfrm>
          <a:prstGeom prst="line">
            <a:avLst/>
          </a:prstGeom>
          <a:ln w="95250" cap="rnd">
            <a:solidFill>
              <a:srgbClr val="9119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 dirty="0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09825972-3D2F-525C-CE04-ECB3CE2FE6A7}"/>
              </a:ext>
            </a:extLst>
          </p:cNvPr>
          <p:cNvSpPr txBox="1"/>
          <p:nvPr/>
        </p:nvSpPr>
        <p:spPr>
          <a:xfrm>
            <a:off x="473074" y="570491"/>
            <a:ext cx="13395326" cy="10382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400"/>
              </a:lnSpc>
            </a:pPr>
            <a:r>
              <a:rPr lang="en-US" sz="6000" dirty="0" err="1">
                <a:solidFill>
                  <a:srgbClr val="000000"/>
                </a:solidFill>
                <a:latin typeface="League Spartan"/>
              </a:rPr>
              <a:t>BTreeMap</a:t>
            </a:r>
            <a:endParaRPr lang="en-US" sz="6000" dirty="0">
              <a:solidFill>
                <a:srgbClr val="000000"/>
              </a:solidFill>
              <a:latin typeface="League Spart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4CC8A3C-22FF-6548-66A4-5B875E70BCE1}"/>
              </a:ext>
            </a:extLst>
          </p:cNvPr>
          <p:cNvSpPr txBox="1"/>
          <p:nvPr/>
        </p:nvSpPr>
        <p:spPr>
          <a:xfrm>
            <a:off x="473074" y="2628900"/>
            <a:ext cx="17401893" cy="6788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409"/>
              </a:lnSpc>
            </a:pPr>
            <a:r>
              <a:rPr lang="en-US" dirty="0">
                <a:solidFill>
                  <a:srgbClr val="000000"/>
                </a:solidFill>
                <a:latin typeface="League Spartan"/>
              </a:rPr>
              <a:t>A map implemented as a B-tree. It stores key-value pairs and maintains keys in sorted order.</a:t>
            </a:r>
          </a:p>
          <a:p>
            <a:pPr>
              <a:lnSpc>
                <a:spcPts val="4409"/>
              </a:lnSpc>
            </a:pPr>
            <a:endParaRPr lang="en-US" b="1" u="sng" dirty="0">
              <a:solidFill>
                <a:srgbClr val="000000"/>
              </a:solidFill>
              <a:latin typeface="League Spartan"/>
            </a:endParaRPr>
          </a:p>
          <a:p>
            <a:pPr>
              <a:lnSpc>
                <a:spcPts val="4409"/>
              </a:lnSpc>
            </a:pPr>
            <a:r>
              <a:rPr lang="en-US" b="1" u="sng" dirty="0">
                <a:solidFill>
                  <a:srgbClr val="91194B"/>
                </a:solidFill>
                <a:latin typeface="League Spartan"/>
              </a:rPr>
              <a:t>When to Use It</a:t>
            </a:r>
          </a:p>
          <a:p>
            <a:pPr marL="285750" indent="-285750">
              <a:lnSpc>
                <a:spcPts val="4409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League Spartan"/>
              </a:rPr>
              <a:t>Use when you need a map with sorted keys or range queries.</a:t>
            </a:r>
          </a:p>
          <a:p>
            <a:pPr marL="285750" indent="-285750">
              <a:lnSpc>
                <a:spcPts val="4409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League Spartan"/>
              </a:rPr>
              <a:t>Time Complexity:</a:t>
            </a:r>
          </a:p>
          <a:p>
            <a:pPr marL="742950" lvl="1" indent="-285750">
              <a:lnSpc>
                <a:spcPts val="4409"/>
              </a:lnSpc>
              <a:buFont typeface="Arial" panose="020B0604020202020204" pitchFamily="34" charset="0"/>
              <a:buChar char="•"/>
            </a:pPr>
            <a:r>
              <a:rPr lang="pt-BR" dirty="0">
                <a:solidFill>
                  <a:srgbClr val="000000"/>
                </a:solidFill>
                <a:latin typeface="League Spartan"/>
              </a:rPr>
              <a:t>Insertion: O(log n)</a:t>
            </a:r>
          </a:p>
          <a:p>
            <a:pPr marL="742950" lvl="1" indent="-285750">
              <a:lnSpc>
                <a:spcPts val="4409"/>
              </a:lnSpc>
              <a:buFont typeface="Arial" panose="020B0604020202020204" pitchFamily="34" charset="0"/>
              <a:buChar char="•"/>
            </a:pPr>
            <a:r>
              <a:rPr lang="pt-BR" dirty="0">
                <a:solidFill>
                  <a:srgbClr val="000000"/>
                </a:solidFill>
                <a:latin typeface="League Spartan"/>
              </a:rPr>
              <a:t>Lookup: O(log n)</a:t>
            </a:r>
          </a:p>
          <a:p>
            <a:pPr marL="742950" lvl="1" indent="-285750">
              <a:lnSpc>
                <a:spcPts val="4409"/>
              </a:lnSpc>
              <a:buFont typeface="Arial" panose="020B0604020202020204" pitchFamily="34" charset="0"/>
              <a:buChar char="•"/>
            </a:pPr>
            <a:r>
              <a:rPr lang="pt-BR" dirty="0">
                <a:solidFill>
                  <a:srgbClr val="000000"/>
                </a:solidFill>
                <a:latin typeface="League Spartan"/>
              </a:rPr>
              <a:t>Deletion: O(log n)</a:t>
            </a:r>
          </a:p>
          <a:p>
            <a:pPr marL="742950" lvl="1" indent="-285750">
              <a:lnSpc>
                <a:spcPts val="4409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League Spartan"/>
              </a:rPr>
              <a:t>Range queries: O(log n + m), where m is the number of elements in the range.</a:t>
            </a:r>
            <a:endParaRPr lang="pt-BR" dirty="0">
              <a:solidFill>
                <a:srgbClr val="000000"/>
              </a:solidFill>
              <a:latin typeface="League Spartan"/>
            </a:endParaRPr>
          </a:p>
          <a:p>
            <a:pPr>
              <a:lnSpc>
                <a:spcPts val="4409"/>
              </a:lnSpc>
            </a:pPr>
            <a:r>
              <a:rPr lang="en-US" b="1" dirty="0">
                <a:solidFill>
                  <a:srgbClr val="91194B"/>
                </a:solidFill>
                <a:latin typeface="League Spartan"/>
              </a:rPr>
              <a:t>Use Case</a:t>
            </a:r>
          </a:p>
          <a:p>
            <a:pPr marL="285750" indent="-285750">
              <a:lnSpc>
                <a:spcPts val="4409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League Spartan"/>
              </a:rPr>
              <a:t>Implementing ordered dictionaries.</a:t>
            </a:r>
          </a:p>
          <a:p>
            <a:pPr marL="285750" indent="-285750">
              <a:lnSpc>
                <a:spcPts val="4409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League Spartan"/>
              </a:rPr>
              <a:t>Databases and filesystems where sorted data is required.</a:t>
            </a:r>
            <a:endParaRPr lang="en-GB" dirty="0">
              <a:solidFill>
                <a:srgbClr val="000000"/>
              </a:solidFill>
              <a:latin typeface="League Spartan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404507A-2DEF-C1E7-97DD-7FD205877C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0887755"/>
              </p:ext>
            </p:extLst>
          </p:nvPr>
        </p:nvGraphicFramePr>
        <p:xfrm>
          <a:off x="9753600" y="3537574"/>
          <a:ext cx="8229600" cy="5263527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412683942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3124385534"/>
                    </a:ext>
                  </a:extLst>
                </a:gridCol>
              </a:tblGrid>
              <a:tr h="46786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b="1" dirty="0">
                          <a:solidFill>
                            <a:schemeClr val="bg1"/>
                          </a:solidFill>
                          <a:latin typeface="League Spartan" panose="020B0604020202020204" charset="0"/>
                        </a:rPr>
                        <a:t>Method 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119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b="1" dirty="0">
                          <a:solidFill>
                            <a:schemeClr val="bg1"/>
                          </a:solidFill>
                          <a:latin typeface="League Spartan" panose="020B0604020202020204" charset="0"/>
                        </a:rPr>
                        <a:t>Definition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119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0698416"/>
                  </a:ext>
                </a:extLst>
              </a:tr>
              <a:tr h="4678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latin typeface="Courier New" panose="02070309020205020404" pitchFamily="49" charset="0"/>
                        </a:rPr>
                        <a:t>new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dirty="0">
                          <a:latin typeface="League Spartan" panose="020B0604020202020204" charset="0"/>
                        </a:rPr>
                        <a:t>Creates an empty </a:t>
                      </a:r>
                      <a:r>
                        <a:rPr lang="en-GB" sz="1800" dirty="0" err="1">
                          <a:latin typeface="League Spartan" panose="020B0604020202020204" charset="0"/>
                        </a:rPr>
                        <a:t>BTreeMap</a:t>
                      </a:r>
                      <a:r>
                        <a:rPr lang="en-GB" sz="1800" dirty="0">
                          <a:latin typeface="League Spartan" panose="020B0604020202020204" charset="0"/>
                        </a:rPr>
                        <a:t>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9060753"/>
                  </a:ext>
                </a:extLst>
              </a:tr>
              <a:tr h="4678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latin typeface="Courier New" panose="02070309020205020404" pitchFamily="49" charset="0"/>
                        </a:rPr>
                        <a:t>insert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League Spartan" panose="020B0604020202020204" charset="0"/>
                        </a:rPr>
                        <a:t>Inserts a key-value pair into the map.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7900819"/>
                  </a:ext>
                </a:extLst>
              </a:tr>
              <a:tr h="8187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latin typeface="Courier New" panose="02070309020205020404" pitchFamily="49" charset="0"/>
                        </a:rPr>
                        <a:t>get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League Spartan" panose="020B0604020202020204" charset="0"/>
                        </a:rPr>
                        <a:t>Returns a reference to the value corresponding to the key.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5104"/>
                  </a:ext>
                </a:extLst>
              </a:tr>
              <a:tr h="4678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latin typeface="Courier New" panose="02070309020205020404" pitchFamily="49" charset="0"/>
                        </a:rPr>
                        <a:t>remove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League Spartan" panose="020B0604020202020204" charset="0"/>
                        </a:rPr>
                        <a:t>Removes a key-value pair from the map.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4433697"/>
                  </a:ext>
                </a:extLst>
              </a:tr>
              <a:tr h="4678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latin typeface="Courier New" panose="02070309020205020404" pitchFamily="49" charset="0"/>
                        </a:rPr>
                        <a:t>contains_key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League Spartan" panose="020B0604020202020204" charset="0"/>
                        </a:rPr>
                        <a:t>Checks if the map contains a given key.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9319087"/>
                  </a:ext>
                </a:extLst>
              </a:tr>
              <a:tr h="8187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latin typeface="Courier New" panose="02070309020205020404" pitchFamily="49" charset="0"/>
                        </a:rPr>
                        <a:t>len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League Spartan" panose="020B0604020202020204" charset="0"/>
                        </a:rPr>
                        <a:t>Returns the number of elements in the map.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3290914"/>
                  </a:ext>
                </a:extLst>
              </a:tr>
              <a:tr h="4678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latin typeface="Courier New" panose="02070309020205020404" pitchFamily="49" charset="0"/>
                        </a:rPr>
                        <a:t>is_empty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League Spartan" panose="020B0604020202020204" charset="0"/>
                        </a:rPr>
                        <a:t>Checks if the map is empty.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3773368"/>
                  </a:ext>
                </a:extLst>
              </a:tr>
              <a:tr h="8187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latin typeface="Courier New" panose="02070309020205020404" pitchFamily="49" charset="0"/>
                        </a:rPr>
                        <a:t>range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League Spartan" panose="020B0604020202020204" charset="0"/>
                        </a:rPr>
                        <a:t>Returns an iterator over a range of key-value pairs.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15525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5764285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0283C12-5138-6B23-473D-017A7565D0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E882B82E-CF02-9768-5589-B65F9F7D4A50}"/>
              </a:ext>
            </a:extLst>
          </p:cNvPr>
          <p:cNvSpPr/>
          <p:nvPr/>
        </p:nvSpPr>
        <p:spPr>
          <a:xfrm>
            <a:off x="16764000" y="8912700"/>
            <a:ext cx="1110967" cy="1110967"/>
          </a:xfrm>
          <a:custGeom>
            <a:avLst/>
            <a:gdLst/>
            <a:ahLst/>
            <a:cxnLst/>
            <a:rect l="l" t="t" r="r" b="b"/>
            <a:pathLst>
              <a:path w="765367" h="765367">
                <a:moveTo>
                  <a:pt x="0" y="0"/>
                </a:moveTo>
                <a:lnTo>
                  <a:pt x="765367" y="0"/>
                </a:lnTo>
                <a:lnTo>
                  <a:pt x="765367" y="765367"/>
                </a:lnTo>
                <a:lnTo>
                  <a:pt x="0" y="7653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642AE492-2C18-691A-7570-F884CCF41A8A}"/>
              </a:ext>
            </a:extLst>
          </p:cNvPr>
          <p:cNvSpPr/>
          <p:nvPr/>
        </p:nvSpPr>
        <p:spPr>
          <a:xfrm>
            <a:off x="473074" y="1948892"/>
            <a:ext cx="7677766" cy="0"/>
          </a:xfrm>
          <a:prstGeom prst="line">
            <a:avLst/>
          </a:prstGeom>
          <a:ln w="95250" cap="rnd">
            <a:solidFill>
              <a:srgbClr val="9119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 dirty="0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F5007969-E99D-8C86-C1D1-1B7E37A7C959}"/>
              </a:ext>
            </a:extLst>
          </p:cNvPr>
          <p:cNvSpPr txBox="1"/>
          <p:nvPr/>
        </p:nvSpPr>
        <p:spPr>
          <a:xfrm>
            <a:off x="473074" y="570491"/>
            <a:ext cx="13395326" cy="10382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400"/>
              </a:lnSpc>
            </a:pPr>
            <a:r>
              <a:rPr lang="en-US" sz="6000" dirty="0" err="1">
                <a:solidFill>
                  <a:srgbClr val="000000"/>
                </a:solidFill>
                <a:latin typeface="League Spartan"/>
              </a:rPr>
              <a:t>BTreeSet</a:t>
            </a:r>
            <a:endParaRPr lang="en-US" sz="6000" dirty="0">
              <a:solidFill>
                <a:srgbClr val="000000"/>
              </a:solidFill>
              <a:latin typeface="League Spart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376B00A-9B25-9B13-F3F9-F156BAB5DE9C}"/>
              </a:ext>
            </a:extLst>
          </p:cNvPr>
          <p:cNvSpPr txBox="1"/>
          <p:nvPr/>
        </p:nvSpPr>
        <p:spPr>
          <a:xfrm>
            <a:off x="473074" y="2628900"/>
            <a:ext cx="17401893" cy="6788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409"/>
              </a:lnSpc>
            </a:pPr>
            <a:r>
              <a:rPr lang="en-US" dirty="0">
                <a:solidFill>
                  <a:srgbClr val="000000"/>
                </a:solidFill>
                <a:latin typeface="League Spartan"/>
              </a:rPr>
              <a:t>A set implemented as a B-tree. It stores unique elements and maintains them in sorted order.</a:t>
            </a:r>
          </a:p>
          <a:p>
            <a:pPr>
              <a:lnSpc>
                <a:spcPts val="4409"/>
              </a:lnSpc>
            </a:pPr>
            <a:endParaRPr lang="en-US" b="1" u="sng" dirty="0">
              <a:solidFill>
                <a:srgbClr val="000000"/>
              </a:solidFill>
              <a:latin typeface="League Spartan"/>
            </a:endParaRPr>
          </a:p>
          <a:p>
            <a:pPr>
              <a:lnSpc>
                <a:spcPts val="4409"/>
              </a:lnSpc>
            </a:pPr>
            <a:r>
              <a:rPr lang="en-US" b="1" u="sng" dirty="0">
                <a:solidFill>
                  <a:srgbClr val="91194B"/>
                </a:solidFill>
                <a:latin typeface="League Spartan"/>
              </a:rPr>
              <a:t>When to Use It</a:t>
            </a:r>
          </a:p>
          <a:p>
            <a:pPr marL="285750" indent="-285750">
              <a:lnSpc>
                <a:spcPts val="4409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League Spartan"/>
              </a:rPr>
              <a:t>Use when you need a set with sorted elements or range queries.</a:t>
            </a:r>
          </a:p>
          <a:p>
            <a:pPr marL="285750" indent="-285750">
              <a:lnSpc>
                <a:spcPts val="4409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League Spartan"/>
              </a:rPr>
              <a:t>Time Complexity:</a:t>
            </a:r>
          </a:p>
          <a:p>
            <a:pPr marL="742950" lvl="1" indent="-285750">
              <a:lnSpc>
                <a:spcPts val="4409"/>
              </a:lnSpc>
              <a:buFont typeface="Arial" panose="020B0604020202020204" pitchFamily="34" charset="0"/>
              <a:buChar char="•"/>
            </a:pPr>
            <a:r>
              <a:rPr lang="pt-BR" dirty="0">
                <a:solidFill>
                  <a:srgbClr val="000000"/>
                </a:solidFill>
                <a:latin typeface="League Spartan"/>
              </a:rPr>
              <a:t>Insertion: O(log n)</a:t>
            </a:r>
          </a:p>
          <a:p>
            <a:pPr marL="742950" lvl="1" indent="-285750">
              <a:lnSpc>
                <a:spcPts val="4409"/>
              </a:lnSpc>
              <a:buFont typeface="Arial" panose="020B0604020202020204" pitchFamily="34" charset="0"/>
              <a:buChar char="•"/>
            </a:pPr>
            <a:r>
              <a:rPr lang="pt-BR" dirty="0">
                <a:solidFill>
                  <a:srgbClr val="000000"/>
                </a:solidFill>
                <a:latin typeface="League Spartan"/>
              </a:rPr>
              <a:t>Lookup: O(log n)</a:t>
            </a:r>
          </a:p>
          <a:p>
            <a:pPr marL="742950" lvl="1" indent="-285750">
              <a:lnSpc>
                <a:spcPts val="4409"/>
              </a:lnSpc>
              <a:buFont typeface="Arial" panose="020B0604020202020204" pitchFamily="34" charset="0"/>
              <a:buChar char="•"/>
            </a:pPr>
            <a:r>
              <a:rPr lang="pt-BR" dirty="0">
                <a:solidFill>
                  <a:srgbClr val="000000"/>
                </a:solidFill>
                <a:latin typeface="League Spartan"/>
              </a:rPr>
              <a:t>Deletion: O(log n)</a:t>
            </a:r>
          </a:p>
          <a:p>
            <a:pPr marL="742950" lvl="1" indent="-285750">
              <a:lnSpc>
                <a:spcPts val="4409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League Spartan"/>
              </a:rPr>
              <a:t>Range queries: O(log n + m), where m is the number of elements in the range.</a:t>
            </a:r>
            <a:endParaRPr lang="pt-BR" dirty="0">
              <a:solidFill>
                <a:srgbClr val="000000"/>
              </a:solidFill>
              <a:latin typeface="League Spartan"/>
            </a:endParaRPr>
          </a:p>
          <a:p>
            <a:pPr>
              <a:lnSpc>
                <a:spcPts val="4409"/>
              </a:lnSpc>
            </a:pPr>
            <a:r>
              <a:rPr lang="en-US" b="1" dirty="0">
                <a:solidFill>
                  <a:srgbClr val="91194B"/>
                </a:solidFill>
                <a:latin typeface="League Spartan"/>
              </a:rPr>
              <a:t>Use Case</a:t>
            </a:r>
          </a:p>
          <a:p>
            <a:pPr marL="285750" indent="-285750">
              <a:lnSpc>
                <a:spcPts val="4409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League Spartan"/>
              </a:rPr>
              <a:t>Maintaining a sorted list of unique elements.</a:t>
            </a:r>
          </a:p>
          <a:p>
            <a:pPr marL="285750" indent="-285750">
              <a:lnSpc>
                <a:spcPts val="4409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League Spartan"/>
              </a:rPr>
              <a:t>Implementing ordered sets.</a:t>
            </a:r>
            <a:endParaRPr lang="en-GB" dirty="0">
              <a:solidFill>
                <a:srgbClr val="000000"/>
              </a:solidFill>
              <a:latin typeface="League Spartan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D08B048-EDCB-068E-FD45-46D8C79AF5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6397665"/>
              </p:ext>
            </p:extLst>
          </p:nvPr>
        </p:nvGraphicFramePr>
        <p:xfrm>
          <a:off x="9753600" y="3460918"/>
          <a:ext cx="8229600" cy="4648197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1434840159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1966367583"/>
                    </a:ext>
                  </a:extLst>
                </a:gridCol>
              </a:tblGrid>
              <a:tr h="41317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b="1" dirty="0">
                          <a:solidFill>
                            <a:schemeClr val="bg1"/>
                          </a:solidFill>
                          <a:latin typeface="League Spartan" panose="020B0604020202020204" charset="0"/>
                        </a:rPr>
                        <a:t>Method 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119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b="1" dirty="0">
                          <a:solidFill>
                            <a:schemeClr val="bg1"/>
                          </a:solidFill>
                          <a:latin typeface="League Spartan" panose="020B0604020202020204" charset="0"/>
                        </a:rPr>
                        <a:t>Definition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119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6918208"/>
                  </a:ext>
                </a:extLst>
              </a:tr>
              <a:tr h="4131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latin typeface="Courier New" panose="02070309020205020404" pitchFamily="49" charset="0"/>
                        </a:rPr>
                        <a:t>new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>
                          <a:latin typeface="League Spartan" panose="020B0604020202020204" charset="0"/>
                        </a:rPr>
                        <a:t>Creates an empty </a:t>
                      </a:r>
                      <a:r>
                        <a:rPr lang="en-GB" dirty="0" err="1">
                          <a:latin typeface="League Spartan" panose="020B0604020202020204" charset="0"/>
                        </a:rPr>
                        <a:t>BTreeSet</a:t>
                      </a:r>
                      <a:r>
                        <a:rPr lang="en-GB" dirty="0">
                          <a:latin typeface="League Spartan" panose="020B0604020202020204" charset="0"/>
                        </a:rPr>
                        <a:t>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3620647"/>
                  </a:ext>
                </a:extLst>
              </a:tr>
              <a:tr h="4131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latin typeface="Courier New" panose="02070309020205020404" pitchFamily="49" charset="0"/>
                        </a:rPr>
                        <a:t>insert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League Spartan" panose="020B0604020202020204" charset="0"/>
                        </a:rPr>
                        <a:t>Adds an element to the set.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2422927"/>
                  </a:ext>
                </a:extLst>
              </a:tr>
              <a:tr h="7230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latin typeface="Courier New" panose="02070309020205020404" pitchFamily="49" charset="0"/>
                        </a:rPr>
                        <a:t>contains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League Spartan" panose="020B0604020202020204" charset="0"/>
                        </a:rPr>
                        <a:t>Checks if the set contains a given element.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7281923"/>
                  </a:ext>
                </a:extLst>
              </a:tr>
              <a:tr h="4131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latin typeface="Courier New" panose="02070309020205020404" pitchFamily="49" charset="0"/>
                        </a:rPr>
                        <a:t>remove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League Spartan" panose="020B0604020202020204" charset="0"/>
                        </a:rPr>
                        <a:t>Removes an element from the set.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5074172"/>
                  </a:ext>
                </a:extLst>
              </a:tr>
              <a:tr h="7230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latin typeface="Courier New" panose="02070309020205020404" pitchFamily="49" charset="0"/>
                        </a:rPr>
                        <a:t>len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League Spartan" panose="020B0604020202020204" charset="0"/>
                        </a:rPr>
                        <a:t>Returns the number of elements in the set.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1823143"/>
                  </a:ext>
                </a:extLst>
              </a:tr>
              <a:tr h="4131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latin typeface="Courier New" panose="02070309020205020404" pitchFamily="49" charset="0"/>
                        </a:rPr>
                        <a:t>is_empty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League Spartan" panose="020B0604020202020204" charset="0"/>
                        </a:rPr>
                        <a:t>Checks if the set is empty.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6361335"/>
                  </a:ext>
                </a:extLst>
              </a:tr>
              <a:tr h="4131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latin typeface="Courier New" panose="02070309020205020404" pitchFamily="49" charset="0"/>
                        </a:rPr>
                        <a:t>iter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League Spartan" panose="020B0604020202020204" charset="0"/>
                        </a:rPr>
                        <a:t>Returns an iterator over the elements.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0568388"/>
                  </a:ext>
                </a:extLst>
              </a:tr>
              <a:tr h="7230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latin typeface="Courier New" panose="02070309020205020404" pitchFamily="49" charset="0"/>
                        </a:rPr>
                        <a:t>range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League Spartan" panose="020B0604020202020204" charset="0"/>
                        </a:rPr>
                        <a:t>Returns an iterator over a range of elements.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89179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0336973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943600" y="490017"/>
            <a:ext cx="7199522" cy="1757883"/>
          </a:xfrm>
          <a:custGeom>
            <a:avLst/>
            <a:gdLst/>
            <a:ahLst/>
            <a:cxnLst/>
            <a:rect l="l" t="t" r="r" b="b"/>
            <a:pathLst>
              <a:path w="7693445" h="1878483">
                <a:moveTo>
                  <a:pt x="0" y="0"/>
                </a:moveTo>
                <a:lnTo>
                  <a:pt x="7693444" y="0"/>
                </a:lnTo>
                <a:lnTo>
                  <a:pt x="7693444" y="1878483"/>
                </a:lnTo>
                <a:lnTo>
                  <a:pt x="0" y="187848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Freeform 3"/>
          <p:cNvSpPr/>
          <p:nvPr/>
        </p:nvSpPr>
        <p:spPr>
          <a:xfrm>
            <a:off x="-6784111" y="-2803506"/>
            <a:ext cx="11404820" cy="16553776"/>
          </a:xfrm>
          <a:custGeom>
            <a:avLst/>
            <a:gdLst/>
            <a:ahLst/>
            <a:cxnLst/>
            <a:rect l="l" t="t" r="r" b="b"/>
            <a:pathLst>
              <a:path w="11404820" h="16553776">
                <a:moveTo>
                  <a:pt x="0" y="0"/>
                </a:moveTo>
                <a:lnTo>
                  <a:pt x="11404820" y="0"/>
                </a:lnTo>
                <a:lnTo>
                  <a:pt x="11404820" y="16553776"/>
                </a:lnTo>
                <a:lnTo>
                  <a:pt x="0" y="1655377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7000"/>
            </a:blip>
            <a:stretch>
              <a:fillRect t="-6622" r="-98831" b="-6622"/>
            </a:stretch>
          </a:blipFill>
        </p:spPr>
        <p:txBody>
          <a:bodyPr/>
          <a:lstStyle/>
          <a:p>
            <a:endParaRPr lang="en-GB" dirty="0"/>
          </a:p>
        </p:txBody>
      </p:sp>
      <p:sp>
        <p:nvSpPr>
          <p:cNvPr id="4" name="TextBox 4"/>
          <p:cNvSpPr txBox="1"/>
          <p:nvPr/>
        </p:nvSpPr>
        <p:spPr>
          <a:xfrm>
            <a:off x="4989722" y="3894549"/>
            <a:ext cx="8153400" cy="10382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 dirty="0">
                <a:solidFill>
                  <a:srgbClr val="000000"/>
                </a:solidFill>
                <a:latin typeface="League Spartan"/>
              </a:rPr>
              <a:t>Questions ?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478237" y="5873338"/>
            <a:ext cx="5370909" cy="5443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409"/>
              </a:lnSpc>
            </a:pPr>
            <a:r>
              <a:rPr lang="en-US" sz="3150" dirty="0">
                <a:solidFill>
                  <a:srgbClr val="000000"/>
                </a:solidFill>
                <a:latin typeface="League Spartan"/>
              </a:rPr>
              <a:t>Ask them all !</a:t>
            </a:r>
          </a:p>
        </p:txBody>
      </p:sp>
      <p:sp>
        <p:nvSpPr>
          <p:cNvPr id="7" name="Freeform 2">
            <a:extLst>
              <a:ext uri="{FF2B5EF4-FFF2-40B4-BE49-F238E27FC236}">
                <a16:creationId xmlns:a16="http://schemas.microsoft.com/office/drawing/2014/main" id="{1962D1B6-09A0-DE80-8A5A-13AA6C3C3935}"/>
              </a:ext>
            </a:extLst>
          </p:cNvPr>
          <p:cNvSpPr/>
          <p:nvPr/>
        </p:nvSpPr>
        <p:spPr>
          <a:xfrm>
            <a:off x="16764000" y="8912700"/>
            <a:ext cx="1110967" cy="1110967"/>
          </a:xfrm>
          <a:custGeom>
            <a:avLst/>
            <a:gdLst/>
            <a:ahLst/>
            <a:cxnLst/>
            <a:rect l="l" t="t" r="r" b="b"/>
            <a:pathLst>
              <a:path w="765367" h="765367">
                <a:moveTo>
                  <a:pt x="0" y="0"/>
                </a:moveTo>
                <a:lnTo>
                  <a:pt x="765367" y="0"/>
                </a:lnTo>
                <a:lnTo>
                  <a:pt x="765367" y="765367"/>
                </a:lnTo>
                <a:lnTo>
                  <a:pt x="0" y="76536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840744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419BD98196BF6448D688927989EA911" ma:contentTypeVersion="5" ma:contentTypeDescription="Crée un document." ma:contentTypeScope="" ma:versionID="acce70141d18b95d58db09764113ea70">
  <xsd:schema xmlns:xsd="http://www.w3.org/2001/XMLSchema" xmlns:xs="http://www.w3.org/2001/XMLSchema" xmlns:p="http://schemas.microsoft.com/office/2006/metadata/properties" xmlns:ns3="8a533b7f-d1b2-4732-8c65-60187aae0641" targetNamespace="http://schemas.microsoft.com/office/2006/metadata/properties" ma:root="true" ma:fieldsID="038cf83997e8f044674cfcb84a747881" ns3:_="">
    <xsd:import namespace="8a533b7f-d1b2-4732-8c65-60187aae0641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a533b7f-d1b2-4732-8c65-60187aae064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8a533b7f-d1b2-4732-8c65-60187aae0641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960FBB9-BB2A-4C0C-99E0-CCC605F6F99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a533b7f-d1b2-4732-8c65-60187aae064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1EED0A8-49B1-4948-B230-1113E63BA0F6}">
  <ds:schemaRefs>
    <ds:schemaRef ds:uri="http://schemas.microsoft.com/office/infopath/2007/PartnerControls"/>
    <ds:schemaRef ds:uri="http://purl.org/dc/elements/1.1/"/>
    <ds:schemaRef ds:uri="http://purl.org/dc/terms/"/>
    <ds:schemaRef ds:uri="http://schemas.openxmlformats.org/package/2006/metadata/core-properties"/>
    <ds:schemaRef ds:uri="http://schemas.microsoft.com/office/2006/metadata/properties"/>
    <ds:schemaRef ds:uri="http://schemas.microsoft.com/office/2006/documentManagement/types"/>
    <ds:schemaRef ds:uri="8a533b7f-d1b2-4732-8c65-60187aae0641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F741235D-E011-4A36-B0C3-74FBDCE6D22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773</TotalTime>
  <Words>3681</Words>
  <Application>Microsoft Office PowerPoint</Application>
  <PresentationFormat>Custom</PresentationFormat>
  <Paragraphs>593</Paragraphs>
  <Slides>41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6" baseType="lpstr">
      <vt:lpstr>Courier New</vt:lpstr>
      <vt:lpstr>Calibri</vt:lpstr>
      <vt:lpstr>League Spartan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 DSTI</dc:title>
  <cp:lastModifiedBy>Clément ZIANE</cp:lastModifiedBy>
  <cp:revision>10</cp:revision>
  <cp:lastPrinted>2026-01-13T08:42:05Z</cp:lastPrinted>
  <dcterms:created xsi:type="dcterms:W3CDTF">2006-08-16T00:00:00Z</dcterms:created>
  <dcterms:modified xsi:type="dcterms:W3CDTF">2026-01-13T08:52:38Z</dcterms:modified>
  <dc:identifier>DAGJUFwy58s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0x010100C419BD98196BF6448D688927989EA911</vt:lpwstr>
  </property>
</Properties>
</file>